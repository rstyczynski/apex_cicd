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4e108ffe994339" /><Relationship Type="http://schemas.openxmlformats.org/officeDocument/2006/relationships/extended-properties" Target="/docProps/app.xml" Id="R9ed2abab7b8e499a" /><Relationship Type="http://schemas.openxmlformats.org/officeDocument/2006/relationships/officeDocument" Target="/ppt/presentation.xml" Id="Re138133d70e141a8" /></Relationships>
</file>

<file path=ppt/presentation.xml><?xml version="1.0" encoding="utf-8"?>
<p:presentation xmlns:p="http://schemas.openxmlformats.org/presentationml/2006/main">
  <p:sldMasterIdLst>
    <p:sldMasterId xmlns:r="http://schemas.openxmlformats.org/officeDocument/2006/relationships" id="2147483648" r:id="R70abfd60033b4ae1"/>
  </p:sldMasterIdLst>
  <p:notesMasterIdLst>
    <p:notesMasterId xmlns:r="http://schemas.openxmlformats.org/officeDocument/2006/relationships" r:id="R0ff55ed99e004dc7"/>
  </p:notesMasterIdLst>
  <p:sldIdLst>
    <p:sldId xmlns:r="http://schemas.openxmlformats.org/officeDocument/2006/relationships" id="256" r:id="Raf113027f98246b0"/>
    <p:sldId xmlns:r="http://schemas.openxmlformats.org/officeDocument/2006/relationships" id="257" r:id="Recae85b619034649"/>
    <p:sldId xmlns:r="http://schemas.openxmlformats.org/officeDocument/2006/relationships" id="258" r:id="R6a407d315cb64430"/>
    <p:sldId xmlns:r="http://schemas.openxmlformats.org/officeDocument/2006/relationships" id="259" r:id="R32948415ff0c41cf"/>
    <p:sldId xmlns:r="http://schemas.openxmlformats.org/officeDocument/2006/relationships" id="260" r:id="Rea443b6fa9a945b0"/>
    <p:sldId xmlns:r="http://schemas.openxmlformats.org/officeDocument/2006/relationships" id="261" r:id="R82f6b3950146404c"/>
    <p:sldId xmlns:r="http://schemas.openxmlformats.org/officeDocument/2006/relationships" id="262" r:id="R9cf5e0b9590e4089"/>
    <p:sldId xmlns:r="http://schemas.openxmlformats.org/officeDocument/2006/relationships" id="263" r:id="Rd297ebda59ae4ccb"/>
    <p:sldId xmlns:r="http://schemas.openxmlformats.org/officeDocument/2006/relationships" id="264" r:id="R832e7ad24b45435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30fa611a614480a" /><Relationship Type="http://schemas.openxmlformats.org/officeDocument/2006/relationships/slideMaster" Target="/ppt/slideMasters/slideMaster1.xml" Id="R70abfd60033b4ae1" /><Relationship Type="http://schemas.openxmlformats.org/officeDocument/2006/relationships/notesMaster" Target="/ppt/notesMasters/notesMaster1.xml" Id="R0ff55ed99e004dc7" /><Relationship Type="http://schemas.openxmlformats.org/officeDocument/2006/relationships/presProps" Target="/ppt/presProps.xml" Id="R9b116d4eeb104dd8" /><Relationship Type="http://schemas.openxmlformats.org/officeDocument/2006/relationships/tableStyles" Target="/ppt/tableStyles.xml" Id="Red5021652c09498a" /><Relationship Type="http://schemas.openxmlformats.org/officeDocument/2006/relationships/slide" Target="/ppt/slides/slide1.xml" Id="Raf113027f98246b0" /><Relationship Type="http://schemas.openxmlformats.org/officeDocument/2006/relationships/slide" Target="/ppt/slides/slide2.xml" Id="Recae85b619034649" /><Relationship Type="http://schemas.openxmlformats.org/officeDocument/2006/relationships/slide" Target="/ppt/slides/slide3.xml" Id="R6a407d315cb64430" /><Relationship Type="http://schemas.openxmlformats.org/officeDocument/2006/relationships/slide" Target="/ppt/slides/slide4.xml" Id="R32948415ff0c41cf" /><Relationship Type="http://schemas.openxmlformats.org/officeDocument/2006/relationships/slide" Target="/ppt/slides/slide5.xml" Id="Rea443b6fa9a945b0" /><Relationship Type="http://schemas.openxmlformats.org/officeDocument/2006/relationships/slide" Target="/ppt/slides/slide6.xml" Id="R82f6b3950146404c" /><Relationship Type="http://schemas.openxmlformats.org/officeDocument/2006/relationships/slide" Target="/ppt/slides/slide7.xml" Id="R9cf5e0b9590e4089" /><Relationship Type="http://schemas.openxmlformats.org/officeDocument/2006/relationships/slide" Target="/ppt/slides/slide8.xml" Id="Rd297ebda59ae4ccb" /><Relationship Type="http://schemas.openxmlformats.org/officeDocument/2006/relationships/slide" Target="/ppt/slides/slide9.xml" Id="R832e7ad24b45435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0d80abb561944c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dd5efa83464c08" /><Relationship Type="http://schemas.openxmlformats.org/officeDocument/2006/relationships/notesMaster" Target="/ppt/notesMasters/notesMaster1.xml" Id="R68bcda4dcfd74c5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e499162c9547db" /><Relationship Type="http://schemas.openxmlformats.org/officeDocument/2006/relationships/notesMaster" Target="/ppt/notesMasters/notesMaster1.xml" Id="R2133b65f52ca4ee2"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837c8ac17e4f4e" /><Relationship Type="http://schemas.openxmlformats.org/officeDocument/2006/relationships/notesMaster" Target="/ppt/notesMasters/notesMaster1.xml" Id="R30c4a1d8cc76483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6e735f12ea4d7f" /><Relationship Type="http://schemas.openxmlformats.org/officeDocument/2006/relationships/notesMaster" Target="/ppt/notesMasters/notesMaster1.xml" Id="Rc27221f848f1410b" /></Relationships>
</file>

<file path=ppt/notesSlides/_rels/notesSlide5.xml.rels>&#65279;<?xml version="1.0" encoding="utf-8"?><Relationships xmlns="http://schemas.openxmlformats.org/package/2006/relationships"><Relationship Type="http://schemas.openxmlformats.org/officeDocument/2006/relationships/slide" Target="/ppt/slides/slide5.xml" Id="R6606065ea854432f" /><Relationship Type="http://schemas.openxmlformats.org/officeDocument/2006/relationships/notesMaster" Target="/ppt/notesMasters/notesMaster1.xml" Id="R0ebfb210def6482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0c29b4261504054" /><Relationship Type="http://schemas.openxmlformats.org/officeDocument/2006/relationships/notesMaster" Target="/ppt/notesMasters/notesMaster1.xml" Id="R6723d0bc7fe448d6" /></Relationships>
</file>

<file path=ppt/notesSlides/_rels/notesSlide7.xml.rels>&#65279;<?xml version="1.0" encoding="utf-8"?><Relationships xmlns="http://schemas.openxmlformats.org/package/2006/relationships"><Relationship Type="http://schemas.openxmlformats.org/officeDocument/2006/relationships/slide" Target="/ppt/slides/slide7.xml" Id="R4438e7ec8d564fff" /><Relationship Type="http://schemas.openxmlformats.org/officeDocument/2006/relationships/notesMaster" Target="/ppt/notesMasters/notesMaster1.xml" Id="R6a810e2f27614111" /></Relationships>
</file>

<file path=ppt/notesSlides/_rels/notesSlide8.xml.rels>&#65279;<?xml version="1.0" encoding="utf-8"?><Relationships xmlns="http://schemas.openxmlformats.org/package/2006/relationships"><Relationship Type="http://schemas.openxmlformats.org/officeDocument/2006/relationships/slide" Target="/ppt/slides/slide8.xml" Id="R78c9835fe8624222" /><Relationship Type="http://schemas.openxmlformats.org/officeDocument/2006/relationships/notesMaster" Target="/ppt/notesMasters/notesMaster1.xml" Id="Ra14b4c8850784d23" /></Relationships>
</file>

<file path=ppt/notesSlides/_rels/notesSlide9.xml.rels>&#65279;<?xml version="1.0" encoding="utf-8"?><Relationships xmlns="http://schemas.openxmlformats.org/package/2006/relationships"><Relationship Type="http://schemas.openxmlformats.org/officeDocument/2006/relationships/slide" Target="/ppt/slides/slide9.xml" Id="R2c87e403074d4421" /><Relationship Type="http://schemas.openxmlformats.org/officeDocument/2006/relationships/notesMaster" Target="/ppt/notesMasters/notesMaster1.xml" Id="R2f06eddd04d6451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progress/I.1/sprint_I.1_handover.md. This is a proposed Inception baseline and Elaboration scope discussion. The sprint delivered analysis and research, not an executable application or pipeline. Do not imply Product Owner acceptance or E.1 activation.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docs/srs.md; docs/architecture.md; docs/cicd-research.md; progress/I.1/analysis_review_2.md; progress/I.1/analysis_review-answers_2.md. Open the final engineering decisions to inspect the six reconciled contracts. The expert assessed the earlier baseline and responses, not the edited result. Runtime experiments remain for Elaboration.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docs/srs.md, Complete developer journey and FR-1 through FR-7; docs/architecture.md, Three versioned components and Initial assembly and first complete release. Foundation first: approved absence of Hello/World during restricted assembly is distinct from unexpected missing metadata on a complete target. Full TEST release requires all three compatible versions.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docs/srs.md, UC-7 through UC-11; docs/architecture.md, Developer/task integration model, Capturing developer changes into a Git branch and Sources, packaging and promotion. Onboarding precedes this cycle. Capture is a staged SQLcl export and safe source reconciliation. PR checks validate combined current sources. After merge qualify the exact archive bytes, then promote unchanged. Native Working Copies are break-glass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progress/I.1/sprint_I.1_handover.md, scenarios 1–3; docs/srs.md UC-1/2/3/4/7/9/10/11. Future demonstration scenarios, not evidence of implemented functionality. Show actual artifacts and behavior during Elaboration. Record which state is private and which resource is shared.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progress/I.1/sprint_I.1_handover.md, scenarios 4–6; docs/test-profile.md IT-3/5/7/8/9/12. Early conflict is a managed task reservation before branch/target preparation, not a native Git prohibition. Unsafe release examples separately cover compatibility and live drift. A chosen injected committed-DDL failure requires inspected, authorized and qualified repair.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docs/architecture.md, AI-1–10; docs/test-profile.md. Version-specific references are linked there. SQLcl 25.3 with Java 21 is proposed; APEX 24.2, Oracle Database 23.26.3.0.0 and ORDS 25.3.0.r2671248 form the analysis reference. Oracle public APIs, generated installation scripts and supported interfaces underpin Oracle operations. Project code supplies policy and sequencing. No complete tool path is validated yet.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docs/test-profile.md, Elaboration order and architecture exit; progress/I.1/sprint_I.1_proposedchanges.md; progress/I.1/sprint_I.1_handover.md. The scope may require further Elaboration if critical risks remain. Setup/design must estimate effort and approve bounded children before construction. No budget, duration or validated resource claim exists.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progress/I.1/sprint_I.1_handover.md, Recommendation and next step, What the prototype must tell us and Product Owner review. Record actual setup effort, run times, peak resources, manual decisions, custom code and operating friction. Inception acceptance and E.1 activation remain separate managed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60ea4d36a7a47c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d0773ccdaa54eb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f624e7dba574a8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925f144f5494a6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0aa8d9c641f423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1da491979a14b5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329582-9368-4A61-8A29-47DFA60D356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EC2E36F-D7BA-4CF6-B915-4B0357044EF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CEA0A06-0D99-4BE3-A98B-20387AD9E78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E87F45-708F-4083-A685-7D2665F5B4B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143DD9A-609B-4E37-9C38-07E629795F8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C44C1B1-2195-4FDC-B62F-594F9B956C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C63B668-6137-4CA7-8C36-05C6E73C9C5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90D95AF-29E6-4F3F-A523-065DA7960B2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9AAC33-EDDB-4212-9210-74D3867CF15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9BC28C0-B82D-478A-80D8-315AEAF62FB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f7f4672ffc04e8d" /><Relationship Type="http://schemas.openxmlformats.org/officeDocument/2006/relationships/slideLayout" Target="/ppt/slideLayouts/slideLayout1.xml" Id="R38efbef7a58a4691" /><Relationship Type="http://schemas.openxmlformats.org/officeDocument/2006/relationships/slideLayout" Target="/ppt/slideLayouts/slideLayout2.xml" Id="R5dbdb147b94b46ee" /><Relationship Type="http://schemas.openxmlformats.org/officeDocument/2006/relationships/slideLayout" Target="/ppt/slideLayouts/slideLayout3.xml" Id="R12192d62b82c4d71" /><Relationship Type="http://schemas.openxmlformats.org/officeDocument/2006/relationships/slideLayout" Target="/ppt/slideLayouts/slideLayout4.xml" Id="Re5f825108249441d" /><Relationship Type="http://schemas.openxmlformats.org/officeDocument/2006/relationships/slideLayout" Target="/ppt/slideLayouts/slideLayout5.xml" Id="R9bc2307cc6524066" /><Relationship Type="http://schemas.openxmlformats.org/officeDocument/2006/relationships/slideLayout" Target="/ppt/slideLayouts/slideLayout6.xml" Id="R517221a5788548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8efbef7a58a4691"/>
    <p:sldLayoutId xmlns:r="http://schemas.openxmlformats.org/officeDocument/2006/relationships" id="2147483650" r:id="R5dbdb147b94b46ee"/>
    <p:sldLayoutId xmlns:r="http://schemas.openxmlformats.org/officeDocument/2006/relationships" id="2147483651" r:id="R12192d62b82c4d71"/>
    <p:sldLayoutId xmlns:r="http://schemas.openxmlformats.org/officeDocument/2006/relationships" id="2147483652" r:id="Re5f825108249441d"/>
    <p:sldLayoutId xmlns:r="http://schemas.openxmlformats.org/officeDocument/2006/relationships" id="2147483653" r:id="R9bc2307cc6524066"/>
    <p:sldLayoutId xmlns:r="http://schemas.openxmlformats.org/officeDocument/2006/relationships" id="2147483654" r:id="R517221a5788548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12767485ff14744" /><Relationship Type="http://schemas.openxmlformats.org/officeDocument/2006/relationships/notesSlide" Target="/ppt/notesSlides/notesSlide1.xml" Id="R7917301a492543b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e1f49a2c93843ff" /><Relationship Type="http://schemas.openxmlformats.org/officeDocument/2006/relationships/notesSlide" Target="/ppt/notesSlides/notesSlide2.xml" Id="Raed83ffe3eb5487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826d8198fbf4686" /><Relationship Type="http://schemas.openxmlformats.org/officeDocument/2006/relationships/notesSlide" Target="/ppt/notesSlides/notesSlide3.xml" Id="R93dee9557e43456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b561199bec841f6" /><Relationship Type="http://schemas.openxmlformats.org/officeDocument/2006/relationships/notesSlide" Target="/ppt/notesSlides/notesSlide4.xml" Id="Re970e9cd2549438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8afa8ad23724bc7" /><Relationship Type="http://schemas.openxmlformats.org/officeDocument/2006/relationships/notesSlide" Target="/ppt/notesSlides/notesSlide5.xml" Id="Re13dc1e9b1004b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1664041e01a4278" /><Relationship Type="http://schemas.openxmlformats.org/officeDocument/2006/relationships/notesSlide" Target="/ppt/notesSlides/notesSlide6.xml" Id="R3c9280bc76f94c4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61e008204464d7c" /><Relationship Type="http://schemas.openxmlformats.org/officeDocument/2006/relationships/notesSlide" Target="/ppt/notesSlides/notesSlide7.xml" Id="R1c5681025495449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fbb9bb25a2f4f5b" /><Relationship Type="http://schemas.openxmlformats.org/officeDocument/2006/relationships/notesSlide" Target="/ppt/notesSlides/notesSlide8.xml" Id="R76586285a496437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8e8be08704d4032" /><Relationship Type="http://schemas.openxmlformats.org/officeDocument/2006/relationships/notesSlide" Target="/ppt/notesSlides/notesSlide9.xml" Id="R485ff54b3d514846" /></Relationships>
</file>

<file path=ppt/slides/slide1.xml><?xml version="1.0" encoding="utf-8"?>
<p:sld xmlns:p="http://schemas.openxmlformats.org/presentationml/2006/main">
  <p:cSld>
    <p:bg>
      <p:bgPr>
        <a:solidFill xmlns:a="http://schemas.openxmlformats.org/drawingml/2006/main">
          <a:srgbClr val="142C3C"/>
        </a:solidFill>
      </p:bgPr>
    </p:bg>
    <p:spTree>
      <p:nvGrpSpPr>
        <p:cNvPr id="1" name=""/>
        <p:cNvGrpSpPr/>
        <p:nvPr/>
      </p:nvGrpSpPr>
      <p:grpSpPr>
        <a:xfrm xmlns:a="http://schemas.openxmlformats.org/drawingml/2006/main"/>
      </p:grpSpPr>
      <p:sp>
        <p:nvSpPr>
          <p:cNvPr id="5" name="cover-title">
            <a:extLst xmlns:a="http://schemas.openxmlformats.org/drawingml/2006/main">
              <a:ext uri="{FF2B5EF4-FFF2-40B4-BE49-F238E27FC236}">
                <a16:creationId xmlns:a16="http://schemas.microsoft.com/office/drawing/2014/main" id="{C91EA20C-783B-44CD-A7EE-600B30AD0476}"/>
              </a:ext>
            </a:extLst>
          </p:cNvPr>
          <p:cNvSpPr>
            <a:spLocks xmlns:a="http://schemas.openxmlformats.org/drawingml/2006/main" noGrp="1"/>
          </p:cNvSpPr>
          <p:nvPr/>
        </p:nvSpPr>
        <p:spPr>
          <a:xfrm xmlns:a="http://schemas.openxmlformats.org/drawingml/2006/main">
            <a:off x="723900" y="1276350"/>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950" b="1">
                <a:solidFill>
                  <a:srgbClr val="FFFFFF"/>
                </a:solidFill>
                <a:latin typeface="Helvetica Neue"/>
                <a:ea typeface="Helvetica Neue"/>
                <a:cs typeface="Helvetica Neue"/>
              </a:defRPr>
            </a:defPPr>
          </a:lstStyle>
          <a:p xmlns:a="http://schemas.openxmlformats.org/drawingml/2006/main">
            <a:pPr>
              <a:buNone/>
              <a:defRPr sz="4950" b="1">
                <a:solidFill>
                  <a:srgbClr val="FFFFFF"/>
                </a:solidFill>
                <a:latin typeface="Helvetica Neue"/>
                <a:ea typeface="Helvetica Neue"/>
                <a:cs typeface="Helvetica Neue"/>
              </a:defRPr>
            </a:pPr>
            <a:r>
              <a:rPr sz="4950" b="1">
                <a:solidFill>
                  <a:srgbClr val="FFFFFF"/>
                </a:solidFill>
                <a:latin typeface="Helvetica Neue"/>
                <a:ea typeface="Helvetica Neue"/>
                <a:cs typeface="Helvetica Neue"/>
              </a:rPr>
              <a:t>APEX CI/CD laboratory</a:t>
            </a:r>
          </a:p>
        </p:txBody>
      </p:sp>
      <p:sp>
        <p:nvSpPr>
          <p:cNvPr id="2" name="cover-subtitle">
            <a:extLst xmlns:a="http://schemas.openxmlformats.org/drawingml/2006/main">
              <a:ext uri="{FF2B5EF4-FFF2-40B4-BE49-F238E27FC236}">
                <a16:creationId xmlns:a16="http://schemas.microsoft.com/office/drawing/2014/main" id="{ACFA980B-0489-42C1-9362-5003E6422730}"/>
              </a:ext>
            </a:extLst>
          </p:cNvPr>
          <p:cNvSpPr>
            <a:spLocks xmlns:a="http://schemas.openxmlformats.org/drawingml/2006/main" noGrp="1"/>
          </p:cNvSpPr>
          <p:nvPr/>
        </p:nvSpPr>
        <p:spPr>
          <a:xfrm xmlns:a="http://schemas.openxmlformats.org/drawingml/2006/main">
            <a:off x="762000" y="25241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0">
                <a:solidFill>
                  <a:srgbClr val="BCE8DF"/>
                </a:solidFill>
                <a:latin typeface="Helvetica Neue"/>
                <a:ea typeface="Helvetica Neue"/>
                <a:cs typeface="Helvetica Neue"/>
              </a:defRPr>
            </a:defPPr>
          </a:lstStyle>
          <a:p xmlns:a="http://schemas.openxmlformats.org/drawingml/2006/main">
            <a:pPr>
              <a:buNone/>
              <a:defRPr sz="3300" b="0">
                <a:solidFill>
                  <a:srgbClr val="BCE8DF"/>
                </a:solidFill>
                <a:latin typeface="Helvetica Neue"/>
                <a:ea typeface="Helvetica Neue"/>
                <a:cs typeface="Helvetica Neue"/>
              </a:defRPr>
            </a:pPr>
            <a:r>
              <a:rPr sz="3300" b="0">
                <a:solidFill>
                  <a:srgbClr val="BCE8DF"/>
                </a:solidFill>
                <a:latin typeface="Helvetica Neue"/>
                <a:ea typeface="Helvetica Neue"/>
                <a:cs typeface="Helvetica Neue"/>
              </a:rPr>
              <a:t>Inception handover</a:t>
            </a:r>
          </a:p>
        </p:txBody>
      </p:sp>
      <p:sp>
        <p:nvSpPr>
          <p:cNvPr id="3" name="cover-purpose">
            <a:extLst xmlns:a="http://schemas.openxmlformats.org/drawingml/2006/main">
              <a:ext uri="{FF2B5EF4-FFF2-40B4-BE49-F238E27FC236}">
                <a16:creationId xmlns:a16="http://schemas.microsoft.com/office/drawing/2014/main" id="{A6D17B68-CD7B-4C74-948B-BEE217ABF074}"/>
              </a:ext>
            </a:extLst>
          </p:cNvPr>
          <p:cNvSpPr>
            <a:spLocks xmlns:a="http://schemas.openxmlformats.org/drawingml/2006/main" noGrp="1"/>
          </p:cNvSpPr>
          <p:nvPr/>
        </p:nvSpPr>
        <p:spPr>
          <a:xfrm xmlns:a="http://schemas.openxmlformats.org/drawingml/2006/main">
            <a:off x="762000" y="3762375"/>
            <a:ext cx="1028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0">
                <a:solidFill>
                  <a:srgbClr val="FFFFFF"/>
                </a:solidFill>
                <a:latin typeface="Helvetica Neue"/>
                <a:ea typeface="Helvetica Neue"/>
                <a:cs typeface="Helvetica Neue"/>
              </a:defRPr>
            </a:defPPr>
          </a:lstStyle>
          <a:p xmlns:a="http://schemas.openxmlformats.org/drawingml/2006/main">
            <a:pPr>
              <a:buNone/>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The CI/CD concept and what Elaboration must prove</a:t>
            </a:r>
          </a:p>
        </p:txBody>
      </p:sp>
      <p:sp>
        <p:nvSpPr>
          <p:cNvPr id="4" name="cover-date">
            <a:extLst xmlns:a="http://schemas.openxmlformats.org/drawingml/2006/main">
              <a:ext uri="{FF2B5EF4-FFF2-40B4-BE49-F238E27FC236}">
                <a16:creationId xmlns:a16="http://schemas.microsoft.com/office/drawing/2014/main" id="{5ADDC200-5AB7-46F4-8ED8-857BA3302F8E}"/>
              </a:ext>
            </a:extLst>
          </p:cNvPr>
          <p:cNvSpPr>
            <a:spLocks xmlns:a="http://schemas.openxmlformats.org/drawingml/2006/main" noGrp="1"/>
          </p:cNvSpPr>
          <p:nvPr/>
        </p:nvSpPr>
        <p:spPr>
          <a:xfrm xmlns:a="http://schemas.openxmlformats.org/drawingml/2006/main">
            <a:off x="762000" y="5534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BCE8DF"/>
                </a:solidFill>
                <a:latin typeface="Helvetica Neue"/>
                <a:ea typeface="Helvetica Neue"/>
                <a:cs typeface="Helvetica Neue"/>
              </a:defRPr>
            </a:defPPr>
          </a:lstStyle>
          <a:p xmlns:a="http://schemas.openxmlformats.org/drawingml/2006/main">
            <a:pPr>
              <a:buNone/>
              <a:defRPr sz="1725" b="0">
                <a:solidFill>
                  <a:srgbClr val="BCE8DF"/>
                </a:solidFill>
                <a:latin typeface="Helvetica Neue"/>
                <a:ea typeface="Helvetica Neue"/>
                <a:cs typeface="Helvetica Neue"/>
              </a:defRPr>
            </a:pPr>
            <a:r>
              <a:rPr sz="1725" b="0">
                <a:solidFill>
                  <a:srgbClr val="BCE8DF"/>
                </a:solidFill>
                <a:latin typeface="Helvetica Neue"/>
                <a:ea typeface="Helvetica Neue"/>
                <a:cs typeface="Helvetica Neue"/>
              </a:rPr>
              <a:t>Product Owner review</a:t>
            </a:r>
          </a:p>
          <a:p xmlns:a="http://schemas.openxmlformats.org/drawingml/2006/main">
            <a:pPr>
              <a:buNone/>
              <a:defRPr sz="1725" b="0">
                <a:solidFill>
                  <a:srgbClr val="BCE8DF"/>
                </a:solidFill>
                <a:latin typeface="Helvetica Neue"/>
                <a:ea typeface="Helvetica Neue"/>
                <a:cs typeface="Helvetica Neue"/>
              </a:defRPr>
            </a:pPr>
            <a:r>
              <a:rPr sz="1725" b="0">
                <a:solidFill>
                  <a:srgbClr val="BCE8DF"/>
                </a:solidFill>
                <a:latin typeface="Helvetica Neue"/>
                <a:ea typeface="Helvetica Neue"/>
                <a:cs typeface="Helvetica Neue"/>
              </a:rPr>
              <a:t>16 October 2026</a:t>
            </a:r>
          </a:p>
        </p:txBody>
      </p:sp>
    </p:spTree>
    <p:extLst>
      <p:ext uri="{BB962C8B-B14F-4D97-AF65-F5344CB8AC3E}">
        <p14:creationId xmlns:p14="http://schemas.microsoft.com/office/powerpoint/2010/main" val="65292135"/>
      </p:ext>
    </p:extLst>
  </p:cSld>
</p:sld>
</file>

<file path=ppt/slides/slide2.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3" name="title">
            <a:extLst xmlns:a="http://schemas.openxmlformats.org/drawingml/2006/main">
              <a:ext uri="{FF2B5EF4-FFF2-40B4-BE49-F238E27FC236}">
                <a16:creationId xmlns:a16="http://schemas.microsoft.com/office/drawing/2014/main" id="{F3CB58DF-C5A8-4429-941B-08D0E8396C96}"/>
              </a:ext>
            </a:extLst>
          </p:cNvPr>
          <p:cNvSpPr>
            <a:spLocks xmlns:a="http://schemas.openxmlformats.org/drawingml/2006/main" noGrp="1"/>
          </p:cNvSpPr>
          <p:nvPr/>
        </p:nvSpPr>
        <p:spPr>
          <a:xfrm xmlns:a="http://schemas.openxmlformats.org/drawingml/2006/main">
            <a:off x="723900" y="52387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42C3C"/>
                </a:solidFill>
                <a:latin typeface="Helvetica Neue"/>
                <a:ea typeface="Helvetica Neue"/>
                <a:cs typeface="Helvetica Neue"/>
              </a:defRPr>
            </a:defPPr>
          </a:lstStyle>
          <a:p xmlns:a="http://schemas.openxmlformats.org/drawingml/2006/main">
            <a:pPr>
              <a:buNone/>
              <a:defRPr sz="3300" b="1">
                <a:solidFill>
                  <a:srgbClr val="142C3C"/>
                </a:solidFill>
                <a:latin typeface="Helvetica Neue"/>
                <a:ea typeface="Helvetica Neue"/>
                <a:cs typeface="Helvetica Neue"/>
              </a:defRPr>
            </a:pPr>
            <a:r>
              <a:rPr sz="3300" b="1">
                <a:solidFill>
                  <a:srgbClr val="142C3C"/>
                </a:solidFill>
                <a:latin typeface="Helvetica Neue"/>
                <a:ea typeface="Helvetica Neue"/>
                <a:cs typeface="Helvetica Neue"/>
              </a:rPr>
              <a:t>What Inception establishes</a:t>
            </a:r>
          </a:p>
        </p:txBody>
      </p:sp>
      <p:sp>
        <p:nvSpPr>
          <p:cNvPr id="2" name="page">
            <a:extLst xmlns:a="http://schemas.openxmlformats.org/drawingml/2006/main">
              <a:ext uri="{FF2B5EF4-FFF2-40B4-BE49-F238E27FC236}">
                <a16:creationId xmlns:a16="http://schemas.microsoft.com/office/drawing/2014/main" id="{F1829EDE-743C-41A4-9061-C00EC0CE3AE3}"/>
              </a:ext>
            </a:extLst>
          </p:cNvPr>
          <p:cNvSpPr>
            <a:spLocks xmlns:a="http://schemas.openxmlformats.org/drawingml/2006/main" noGrp="1"/>
          </p:cNvSpPr>
          <p:nvPr/>
        </p:nvSpPr>
        <p:spPr>
          <a:xfrm xmlns:a="http://schemas.openxmlformats.org/drawingml/2006/main">
            <a:off x="11096625" y="63341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16775"/>
                </a:solidFill>
                <a:latin typeface="Helvetica Neue"/>
                <a:ea typeface="Helvetica Neue"/>
                <a:cs typeface="Helvetica Neue"/>
              </a:defRPr>
            </a:defPPr>
          </a:lstStyle>
          <a:p xmlns:a="http://schemas.openxmlformats.org/drawingml/2006/main">
            <a:pPr>
              <a:buNone/>
              <a:defRPr sz="1350" b="0">
                <a:solidFill>
                  <a:srgbClr val="516775"/>
                </a:solidFill>
                <a:latin typeface="Helvetica Neue"/>
                <a:ea typeface="Helvetica Neue"/>
                <a:cs typeface="Helvetica Neue"/>
              </a:defRPr>
            </a:pPr>
            <a:r>
              <a:rPr sz="1350" b="0">
                <a:solidFill>
                  <a:srgbClr val="516775"/>
                </a:solidFill>
                <a:latin typeface="Helvetica Neue"/>
                <a:ea typeface="Helvetica Neue"/>
                <a:cs typeface="Helvetica Neue"/>
              </a:rPr>
              <a:t>02</a:t>
            </a:r>
          </a:p>
        </p:txBody>
      </p:sp>
      <p:sp>
        <p:nvSpPr>
          <p:cNvPr id="3" name="number-01">
            <a:extLst xmlns:a="http://schemas.openxmlformats.org/drawingml/2006/main">
              <a:ext uri="{FF2B5EF4-FFF2-40B4-BE49-F238E27FC236}">
                <a16:creationId xmlns:a16="http://schemas.microsoft.com/office/drawing/2014/main" id="{3327162A-CA34-4D4B-9EA2-B6477ADF6939}"/>
              </a:ext>
            </a:extLst>
          </p:cNvPr>
          <p:cNvSpPr>
            <a:spLocks xmlns:a="http://schemas.openxmlformats.org/drawingml/2006/main" noGrp="1"/>
          </p:cNvSpPr>
          <p:nvPr/>
        </p:nvSpPr>
        <p:spPr>
          <a:xfrm xmlns:a="http://schemas.openxmlformats.org/drawingml/2006/main">
            <a:off x="742950" y="176212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007F7A"/>
                </a:solidFill>
                <a:latin typeface="Helvetica Neue"/>
                <a:ea typeface="Helvetica Neue"/>
                <a:cs typeface="Helvetica Neue"/>
              </a:defRPr>
            </a:defPPr>
          </a:lstStyle>
          <a:p xmlns:a="http://schemas.openxmlformats.org/drawingml/2006/main">
            <a:pPr>
              <a:buNone/>
              <a:defRPr sz="2550" b="1">
                <a:solidFill>
                  <a:srgbClr val="007F7A"/>
                </a:solidFill>
                <a:latin typeface="Helvetica Neue"/>
                <a:ea typeface="Helvetica Neue"/>
                <a:cs typeface="Helvetica Neue"/>
              </a:defRPr>
            </a:pPr>
            <a:r>
              <a:rPr sz="2550" b="1">
                <a:solidFill>
                  <a:srgbClr val="007F7A"/>
                </a:solidFill>
                <a:latin typeface="Helvetica Neue"/>
                <a:ea typeface="Helvetica Neue"/>
                <a:cs typeface="Helvetica Neue"/>
              </a:rPr>
              <a:t>01</a:t>
            </a:r>
          </a:p>
        </p:txBody>
      </p:sp>
      <p:sp>
        <p:nvSpPr>
          <p:cNvPr id="4" name="heading-01">
            <a:extLst xmlns:a="http://schemas.openxmlformats.org/drawingml/2006/main">
              <a:ext uri="{FF2B5EF4-FFF2-40B4-BE49-F238E27FC236}">
                <a16:creationId xmlns:a16="http://schemas.microsoft.com/office/drawing/2014/main" id="{8838E263-806D-40F7-B3C2-B0E22ED0294E}"/>
              </a:ext>
            </a:extLst>
          </p:cNvPr>
          <p:cNvSpPr>
            <a:spLocks xmlns:a="http://schemas.openxmlformats.org/drawingml/2006/main" noGrp="1"/>
          </p:cNvSpPr>
          <p:nvPr/>
        </p:nvSpPr>
        <p:spPr>
          <a:xfrm xmlns:a="http://schemas.openxmlformats.org/drawingml/2006/main">
            <a:off x="1562100" y="1762125"/>
            <a:ext cx="9858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42C3C"/>
                </a:solidFill>
                <a:latin typeface="Helvetica Neue"/>
                <a:ea typeface="Helvetica Neue"/>
                <a:cs typeface="Helvetica Neue"/>
              </a:defRPr>
            </a:defPPr>
          </a:lstStyle>
          <a:p xmlns:a="http://schemas.openxmlformats.org/drawingml/2006/main">
            <a:pPr>
              <a:buNone/>
              <a:defRPr sz="2325" b="1">
                <a:solidFill>
                  <a:srgbClr val="142C3C"/>
                </a:solidFill>
                <a:latin typeface="Helvetica Neue"/>
                <a:ea typeface="Helvetica Neue"/>
                <a:cs typeface="Helvetica Neue"/>
              </a:defRPr>
            </a:pPr>
            <a:r>
              <a:rPr sz="2325" b="1">
                <a:solidFill>
                  <a:srgbClr val="142C3C"/>
                </a:solidFill>
                <a:latin typeface="Helvetica Neue"/>
                <a:ea typeface="Helvetica Neue"/>
                <a:cs typeface="Helvetica Neue"/>
              </a:rPr>
              <a:t>A complete core journey</a:t>
            </a:r>
          </a:p>
        </p:txBody>
      </p:sp>
      <p:sp>
        <p:nvSpPr>
          <p:cNvPr id="5" name="body-01">
            <a:extLst xmlns:a="http://schemas.openxmlformats.org/drawingml/2006/main">
              <a:ext uri="{FF2B5EF4-FFF2-40B4-BE49-F238E27FC236}">
                <a16:creationId xmlns:a16="http://schemas.microsoft.com/office/drawing/2014/main" id="{913A9BE2-61F8-441B-9CB7-AA7E89778DAC}"/>
              </a:ext>
            </a:extLst>
          </p:cNvPr>
          <p:cNvSpPr>
            <a:spLocks xmlns:a="http://schemas.openxmlformats.org/drawingml/2006/main" noGrp="1"/>
          </p:cNvSpPr>
          <p:nvPr/>
        </p:nvSpPr>
        <p:spPr>
          <a:xfrm xmlns:a="http://schemas.openxmlformats.org/drawingml/2006/main">
            <a:off x="1562100" y="2219325"/>
            <a:ext cx="9667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16775"/>
                </a:solidFill>
                <a:latin typeface="Helvetica Neue"/>
                <a:ea typeface="Helvetica Neue"/>
                <a:cs typeface="Helvetica Neue"/>
              </a:defRPr>
            </a:defPPr>
          </a:lstStyle>
          <a:p xmlns:a="http://schemas.openxmlformats.org/drawingml/2006/main">
            <a:pPr>
              <a:buNone/>
              <a:defRPr sz="2025" b="0">
                <a:solidFill>
                  <a:srgbClr val="516775"/>
                </a:solidFill>
                <a:latin typeface="Helvetica Neue"/>
                <a:ea typeface="Helvetica Neue"/>
                <a:cs typeface="Helvetica Neue"/>
              </a:defRPr>
            </a:pPr>
            <a:r>
              <a:rPr sz="2025" b="0">
                <a:solidFill>
                  <a:srgbClr val="516775"/>
                </a:solidFill>
                <a:latin typeface="Helvetica Neue"/>
                <a:ea typeface="Helvetica Neue"/>
                <a:cs typeface="Helvetica Neue"/>
              </a:rPr>
              <a:t>Onboarding, Foundation assembly, task branches, PRs, delivery and repair</a:t>
            </a:r>
          </a:p>
        </p:txBody>
      </p:sp>
      <p:sp>
        <p:nvSpPr>
          <p:cNvPr id="6" name="number-02">
            <a:extLst xmlns:a="http://schemas.openxmlformats.org/drawingml/2006/main">
              <a:ext uri="{FF2B5EF4-FFF2-40B4-BE49-F238E27FC236}">
                <a16:creationId xmlns:a16="http://schemas.microsoft.com/office/drawing/2014/main" id="{FA4C438A-5C26-4B22-AF56-998B9B507933}"/>
              </a:ext>
            </a:extLst>
          </p:cNvPr>
          <p:cNvSpPr>
            <a:spLocks xmlns:a="http://schemas.openxmlformats.org/drawingml/2006/main" noGrp="1"/>
          </p:cNvSpPr>
          <p:nvPr/>
        </p:nvSpPr>
        <p:spPr>
          <a:xfrm xmlns:a="http://schemas.openxmlformats.org/drawingml/2006/main">
            <a:off x="742950" y="3143250"/>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007F7A"/>
                </a:solidFill>
                <a:latin typeface="Helvetica Neue"/>
                <a:ea typeface="Helvetica Neue"/>
                <a:cs typeface="Helvetica Neue"/>
              </a:defRPr>
            </a:defPPr>
          </a:lstStyle>
          <a:p xmlns:a="http://schemas.openxmlformats.org/drawingml/2006/main">
            <a:pPr>
              <a:buNone/>
              <a:defRPr sz="2550" b="1">
                <a:solidFill>
                  <a:srgbClr val="007F7A"/>
                </a:solidFill>
                <a:latin typeface="Helvetica Neue"/>
                <a:ea typeface="Helvetica Neue"/>
                <a:cs typeface="Helvetica Neue"/>
              </a:defRPr>
            </a:pPr>
            <a:r>
              <a:rPr sz="2550" b="1">
                <a:solidFill>
                  <a:srgbClr val="007F7A"/>
                </a:solidFill>
                <a:latin typeface="Helvetica Neue"/>
                <a:ea typeface="Helvetica Neue"/>
                <a:cs typeface="Helvetica Neue"/>
              </a:rPr>
              <a:t>02</a:t>
            </a:r>
          </a:p>
        </p:txBody>
      </p:sp>
      <p:sp>
        <p:nvSpPr>
          <p:cNvPr id="7" name="heading-02">
            <a:extLst xmlns:a="http://schemas.openxmlformats.org/drawingml/2006/main">
              <a:ext uri="{FF2B5EF4-FFF2-40B4-BE49-F238E27FC236}">
                <a16:creationId xmlns:a16="http://schemas.microsoft.com/office/drawing/2014/main" id="{E7B60592-8FB3-448B-AC8E-A8AE55AC6695}"/>
              </a:ext>
            </a:extLst>
          </p:cNvPr>
          <p:cNvSpPr>
            <a:spLocks xmlns:a="http://schemas.openxmlformats.org/drawingml/2006/main" noGrp="1"/>
          </p:cNvSpPr>
          <p:nvPr/>
        </p:nvSpPr>
        <p:spPr>
          <a:xfrm xmlns:a="http://schemas.openxmlformats.org/drawingml/2006/main">
            <a:off x="1562100" y="3143250"/>
            <a:ext cx="9858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42C3C"/>
                </a:solidFill>
                <a:latin typeface="Helvetica Neue"/>
                <a:ea typeface="Helvetica Neue"/>
                <a:cs typeface="Helvetica Neue"/>
              </a:defRPr>
            </a:defPPr>
          </a:lstStyle>
          <a:p xmlns:a="http://schemas.openxmlformats.org/drawingml/2006/main">
            <a:pPr>
              <a:buNone/>
              <a:defRPr sz="2325" b="1">
                <a:solidFill>
                  <a:srgbClr val="142C3C"/>
                </a:solidFill>
                <a:latin typeface="Helvetica Neue"/>
                <a:ea typeface="Helvetica Neue"/>
                <a:cs typeface="Helvetica Neue"/>
              </a:defRPr>
            </a:pPr>
            <a:r>
              <a:rPr sz="2325" b="1">
                <a:solidFill>
                  <a:srgbClr val="142C3C"/>
                </a:solidFill>
                <a:latin typeface="Helvetica Neue"/>
                <a:ea typeface="Helvetica Neue"/>
                <a:cs typeface="Helvetica Neue"/>
              </a:rPr>
              <a:t>A concrete automation direction</a:t>
            </a:r>
          </a:p>
        </p:txBody>
      </p:sp>
      <p:sp>
        <p:nvSpPr>
          <p:cNvPr id="8" name="body-02">
            <a:extLst xmlns:a="http://schemas.openxmlformats.org/drawingml/2006/main">
              <a:ext uri="{FF2B5EF4-FFF2-40B4-BE49-F238E27FC236}">
                <a16:creationId xmlns:a16="http://schemas.microsoft.com/office/drawing/2014/main" id="{FC57FABF-F0EC-40EA-B008-A12E0E3478BB}"/>
              </a:ext>
            </a:extLst>
          </p:cNvPr>
          <p:cNvSpPr>
            <a:spLocks xmlns:a="http://schemas.openxmlformats.org/drawingml/2006/main" noGrp="1"/>
          </p:cNvSpPr>
          <p:nvPr/>
        </p:nvSpPr>
        <p:spPr>
          <a:xfrm xmlns:a="http://schemas.openxmlformats.org/drawingml/2006/main">
            <a:off x="1562100" y="3600450"/>
            <a:ext cx="9667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16775"/>
                </a:solidFill>
                <a:latin typeface="Helvetica Neue"/>
                <a:ea typeface="Helvetica Neue"/>
                <a:cs typeface="Helvetica Neue"/>
              </a:defRPr>
            </a:defPPr>
          </a:lstStyle>
          <a:p xmlns:a="http://schemas.openxmlformats.org/drawingml/2006/main">
            <a:pPr>
              <a:buNone/>
              <a:defRPr sz="2025" b="0">
                <a:solidFill>
                  <a:srgbClr val="516775"/>
                </a:solidFill>
                <a:latin typeface="Helvetica Neue"/>
                <a:ea typeface="Helvetica Neue"/>
                <a:cs typeface="Helvetica Neue"/>
              </a:defRPr>
            </a:pPr>
            <a:r>
              <a:rPr sz="2025" b="0">
                <a:solidFill>
                  <a:srgbClr val="516775"/>
                </a:solidFill>
                <a:latin typeface="Helvetica Neue"/>
                <a:ea typeface="Helvetica Neue"/>
                <a:cs typeface="Helvetica Neue"/>
              </a:rPr>
              <a:t>SQLcl and public Oracle interfaces, with explicit project orchestration</a:t>
            </a:r>
          </a:p>
        </p:txBody>
      </p:sp>
      <p:sp>
        <p:nvSpPr>
          <p:cNvPr id="9" name="number-03">
            <a:extLst xmlns:a="http://schemas.openxmlformats.org/drawingml/2006/main">
              <a:ext uri="{FF2B5EF4-FFF2-40B4-BE49-F238E27FC236}">
                <a16:creationId xmlns:a16="http://schemas.microsoft.com/office/drawing/2014/main" id="{41C7E3BD-BB21-48D2-ACBB-3F7F90580EC7}"/>
              </a:ext>
            </a:extLst>
          </p:cNvPr>
          <p:cNvSpPr>
            <a:spLocks xmlns:a="http://schemas.openxmlformats.org/drawingml/2006/main" noGrp="1"/>
          </p:cNvSpPr>
          <p:nvPr/>
        </p:nvSpPr>
        <p:spPr>
          <a:xfrm xmlns:a="http://schemas.openxmlformats.org/drawingml/2006/main">
            <a:off x="742950" y="452437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007F7A"/>
                </a:solidFill>
                <a:latin typeface="Helvetica Neue"/>
                <a:ea typeface="Helvetica Neue"/>
                <a:cs typeface="Helvetica Neue"/>
              </a:defRPr>
            </a:defPPr>
          </a:lstStyle>
          <a:p xmlns:a="http://schemas.openxmlformats.org/drawingml/2006/main">
            <a:pPr>
              <a:buNone/>
              <a:defRPr sz="2550" b="1">
                <a:solidFill>
                  <a:srgbClr val="007F7A"/>
                </a:solidFill>
                <a:latin typeface="Helvetica Neue"/>
                <a:ea typeface="Helvetica Neue"/>
                <a:cs typeface="Helvetica Neue"/>
              </a:defRPr>
            </a:pPr>
            <a:r>
              <a:rPr sz="2550" b="1">
                <a:solidFill>
                  <a:srgbClr val="007F7A"/>
                </a:solidFill>
                <a:latin typeface="Helvetica Neue"/>
                <a:ea typeface="Helvetica Neue"/>
                <a:cs typeface="Helvetica Neue"/>
              </a:rPr>
              <a:t>03</a:t>
            </a:r>
          </a:p>
        </p:txBody>
      </p:sp>
      <p:sp>
        <p:nvSpPr>
          <p:cNvPr id="10" name="heading-03">
            <a:extLst xmlns:a="http://schemas.openxmlformats.org/drawingml/2006/main">
              <a:ext uri="{FF2B5EF4-FFF2-40B4-BE49-F238E27FC236}">
                <a16:creationId xmlns:a16="http://schemas.microsoft.com/office/drawing/2014/main" id="{A286F658-979F-4269-A67D-75B8A70E9B44}"/>
              </a:ext>
            </a:extLst>
          </p:cNvPr>
          <p:cNvSpPr>
            <a:spLocks xmlns:a="http://schemas.openxmlformats.org/drawingml/2006/main" noGrp="1"/>
          </p:cNvSpPr>
          <p:nvPr/>
        </p:nvSpPr>
        <p:spPr>
          <a:xfrm xmlns:a="http://schemas.openxmlformats.org/drawingml/2006/main">
            <a:off x="1562100" y="4524375"/>
            <a:ext cx="9858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42C3C"/>
                </a:solidFill>
                <a:latin typeface="Helvetica Neue"/>
                <a:ea typeface="Helvetica Neue"/>
                <a:cs typeface="Helvetica Neue"/>
              </a:defRPr>
            </a:defPPr>
          </a:lstStyle>
          <a:p xmlns:a="http://schemas.openxmlformats.org/drawingml/2006/main">
            <a:pPr>
              <a:buNone/>
              <a:defRPr sz="2325" b="1">
                <a:solidFill>
                  <a:srgbClr val="142C3C"/>
                </a:solidFill>
                <a:latin typeface="Helvetica Neue"/>
                <a:ea typeface="Helvetica Neue"/>
                <a:cs typeface="Helvetica Neue"/>
              </a:defRPr>
            </a:pPr>
            <a:r>
              <a:rPr sz="2325" b="1">
                <a:solidFill>
                  <a:srgbClr val="142C3C"/>
                </a:solidFill>
                <a:latin typeface="Helvetica Neue"/>
                <a:ea typeface="Helvetica Neue"/>
                <a:cs typeface="Helvetica Neue"/>
              </a:rPr>
              <a:t>Reviewable risks and acceptance cases</a:t>
            </a:r>
          </a:p>
        </p:txBody>
      </p:sp>
      <p:sp>
        <p:nvSpPr>
          <p:cNvPr id="11" name="body-03">
            <a:extLst xmlns:a="http://schemas.openxmlformats.org/drawingml/2006/main">
              <a:ext uri="{FF2B5EF4-FFF2-40B4-BE49-F238E27FC236}">
                <a16:creationId xmlns:a16="http://schemas.microsoft.com/office/drawing/2014/main" id="{1E4AC205-A9D4-472F-9194-A9F8B52F973C}"/>
              </a:ext>
            </a:extLst>
          </p:cNvPr>
          <p:cNvSpPr>
            <a:spLocks xmlns:a="http://schemas.openxmlformats.org/drawingml/2006/main" noGrp="1"/>
          </p:cNvSpPr>
          <p:nvPr/>
        </p:nvSpPr>
        <p:spPr>
          <a:xfrm xmlns:a="http://schemas.openxmlformats.org/drawingml/2006/main">
            <a:off x="1562100" y="4981575"/>
            <a:ext cx="9667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16775"/>
                </a:solidFill>
                <a:latin typeface="Helvetica Neue"/>
                <a:ea typeface="Helvetica Neue"/>
                <a:cs typeface="Helvetica Neue"/>
              </a:defRPr>
            </a:defPPr>
          </a:lstStyle>
          <a:p xmlns:a="http://schemas.openxmlformats.org/drawingml/2006/main">
            <a:pPr>
              <a:buNone/>
              <a:defRPr sz="2025" b="0">
                <a:solidFill>
                  <a:srgbClr val="516775"/>
                </a:solidFill>
                <a:latin typeface="Helvetica Neue"/>
                <a:ea typeface="Helvetica Neue"/>
                <a:cs typeface="Helvetica Neue"/>
              </a:defRPr>
            </a:pPr>
            <a:r>
              <a:rPr sz="2025" b="0">
                <a:solidFill>
                  <a:srgbClr val="516775"/>
                </a:solidFill>
                <a:latin typeface="Helvetica Neue"/>
                <a:ea typeface="Helvetica Neue"/>
                <a:cs typeface="Helvetica Neue"/>
              </a:rPr>
              <a:t>Six expert findings reconciled in the proposed documents</a:t>
            </a:r>
          </a:p>
        </p:txBody>
      </p:sp>
      <p:sp>
        <p:nvSpPr>
          <p:cNvPr id="12" name="limit">
            <a:extLst xmlns:a="http://schemas.openxmlformats.org/drawingml/2006/main">
              <a:ext uri="{FF2B5EF4-FFF2-40B4-BE49-F238E27FC236}">
                <a16:creationId xmlns:a16="http://schemas.microsoft.com/office/drawing/2014/main" id="{722E82FF-39AD-41EC-A447-76557FFCC95A}"/>
              </a:ext>
            </a:extLst>
          </p:cNvPr>
          <p:cNvSpPr>
            <a:spLocks xmlns:a="http://schemas.openxmlformats.org/drawingml/2006/main" noGrp="1"/>
          </p:cNvSpPr>
          <p:nvPr/>
        </p:nvSpPr>
        <p:spPr>
          <a:xfrm xmlns:a="http://schemas.openxmlformats.org/drawingml/2006/main">
            <a:off x="762000" y="6143625"/>
            <a:ext cx="1019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007F7A"/>
                </a:solidFill>
                <a:latin typeface="Helvetica Neue"/>
                <a:ea typeface="Helvetica Neue"/>
                <a:cs typeface="Helvetica Neue"/>
              </a:defRPr>
            </a:defPPr>
          </a:lstStyle>
          <a:p xmlns:a="http://schemas.openxmlformats.org/drawingml/2006/main">
            <a:pPr>
              <a:buNone/>
              <a:defRPr sz="1800" b="1">
                <a:solidFill>
                  <a:srgbClr val="007F7A"/>
                </a:solidFill>
                <a:latin typeface="Helvetica Neue"/>
                <a:ea typeface="Helvetica Neue"/>
                <a:cs typeface="Helvetica Neue"/>
              </a:defRPr>
            </a:pPr>
            <a:r>
              <a:rPr sz="1800" b="1">
                <a:solidFill>
                  <a:srgbClr val="007F7A"/>
                </a:solidFill>
                <a:latin typeface="Helvetica Neue"/>
                <a:ea typeface="Helvetica Neue"/>
                <a:cs typeface="Helvetica Neue"/>
              </a:rPr>
              <a:t>Technical feasibility and operating effort remain unmeasured</a:t>
            </a:r>
          </a:p>
        </p:txBody>
      </p:sp>
    </p:spTree>
    <p:extLst>
      <p:ext uri="{BB962C8B-B14F-4D97-AF65-F5344CB8AC3E}">
        <p14:creationId xmlns:p14="http://schemas.microsoft.com/office/powerpoint/2010/main" val="1120925988"/>
      </p:ext>
    </p:extLst>
  </p:cSld>
</p:sld>
</file>

<file path=ppt/slides/slide3.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710B6355-0B30-4C8F-9F47-72BD0C6F696E}"/>
              </a:ext>
            </a:extLst>
          </p:cNvPr>
          <p:cNvSpPr>
            <a:spLocks xmlns:a="http://schemas.openxmlformats.org/drawingml/2006/main" noGrp="1"/>
          </p:cNvSpPr>
          <p:nvPr/>
        </p:nvSpPr>
        <p:spPr>
          <a:xfrm xmlns:a="http://schemas.openxmlformats.org/drawingml/2006/main">
            <a:off x="723900" y="52387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42C3C"/>
                </a:solidFill>
                <a:latin typeface="Helvetica Neue"/>
                <a:ea typeface="Helvetica Neue"/>
                <a:cs typeface="Helvetica Neue"/>
              </a:defRPr>
            </a:defPPr>
          </a:lstStyle>
          <a:p xmlns:a="http://schemas.openxmlformats.org/drawingml/2006/main">
            <a:pPr>
              <a:buNone/>
              <a:defRPr sz="3300" b="1">
                <a:solidFill>
                  <a:srgbClr val="142C3C"/>
                </a:solidFill>
                <a:latin typeface="Helvetica Neue"/>
                <a:ea typeface="Helvetica Neue"/>
                <a:cs typeface="Helvetica Neue"/>
              </a:defRPr>
            </a:pPr>
            <a:r>
              <a:rPr sz="3300" b="1">
                <a:solidFill>
                  <a:srgbClr val="142C3C"/>
                </a:solidFill>
                <a:latin typeface="Helvetica Neue"/>
                <a:ea typeface="Helvetica Neue"/>
                <a:cs typeface="Helvetica Neue"/>
              </a:rPr>
              <a:t>One application, three components</a:t>
            </a:r>
          </a:p>
        </p:txBody>
      </p:sp>
      <p:sp>
        <p:nvSpPr>
          <p:cNvPr id="2" name="page">
            <a:extLst xmlns:a="http://schemas.openxmlformats.org/drawingml/2006/main">
              <a:ext uri="{FF2B5EF4-FFF2-40B4-BE49-F238E27FC236}">
                <a16:creationId xmlns:a16="http://schemas.microsoft.com/office/drawing/2014/main" id="{EAE43969-7F08-45A4-99B5-5C71B8F3384A}"/>
              </a:ext>
            </a:extLst>
          </p:cNvPr>
          <p:cNvSpPr>
            <a:spLocks xmlns:a="http://schemas.openxmlformats.org/drawingml/2006/main" noGrp="1"/>
          </p:cNvSpPr>
          <p:nvPr/>
        </p:nvSpPr>
        <p:spPr>
          <a:xfrm xmlns:a="http://schemas.openxmlformats.org/drawingml/2006/main">
            <a:off x="11096625" y="63341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16775"/>
                </a:solidFill>
                <a:latin typeface="Helvetica Neue"/>
                <a:ea typeface="Helvetica Neue"/>
                <a:cs typeface="Helvetica Neue"/>
              </a:defRPr>
            </a:defPPr>
          </a:lstStyle>
          <a:p xmlns:a="http://schemas.openxmlformats.org/drawingml/2006/main">
            <a:pPr>
              <a:buNone/>
              <a:defRPr sz="1350" b="0">
                <a:solidFill>
                  <a:srgbClr val="516775"/>
                </a:solidFill>
                <a:latin typeface="Helvetica Neue"/>
                <a:ea typeface="Helvetica Neue"/>
                <a:cs typeface="Helvetica Neue"/>
              </a:defRPr>
            </a:pPr>
            <a:r>
              <a:rPr sz="1350" b="0">
                <a:solidFill>
                  <a:srgbClr val="516775"/>
                </a:solidFill>
                <a:latin typeface="Helvetica Neue"/>
                <a:ea typeface="Helvetica Neue"/>
                <a:cs typeface="Helvetica Neue"/>
              </a:rPr>
              <a:t>03</a:t>
            </a:r>
          </a:p>
        </p:txBody>
      </p:sp>
      <p:sp>
        <p:nvSpPr>
          <p:cNvPr id="3" name="foundation">
            <a:extLst xmlns:a="http://schemas.openxmlformats.org/drawingml/2006/main">
              <a:ext uri="{FF2B5EF4-FFF2-40B4-BE49-F238E27FC236}">
                <a16:creationId xmlns:a16="http://schemas.microsoft.com/office/drawing/2014/main" id="{6ED5AE74-74D7-4CD1-9289-BFEC3DD36F0E}"/>
              </a:ext>
            </a:extLst>
          </p:cNvPr>
          <p:cNvSpPr>
            <a:spLocks xmlns:a="http://schemas.openxmlformats.org/drawingml/2006/main" noGrp="1"/>
          </p:cNvSpPr>
          <p:nvPr/>
        </p:nvSpPr>
        <p:spPr>
          <a:xfrm xmlns:a="http://schemas.openxmlformats.org/drawingml/2006/main">
            <a:off x="762000" y="1847850"/>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007F7A"/>
                </a:solidFill>
                <a:latin typeface="Helvetica Neue"/>
                <a:ea typeface="Helvetica Neue"/>
                <a:cs typeface="Helvetica Neue"/>
              </a:defRPr>
            </a:defPPr>
          </a:lstStyle>
          <a:p xmlns:a="http://schemas.openxmlformats.org/drawingml/2006/main">
            <a:pPr>
              <a:buNone/>
              <a:defRPr sz="2850" b="1">
                <a:solidFill>
                  <a:srgbClr val="007F7A"/>
                </a:solidFill>
                <a:latin typeface="Helvetica Neue"/>
                <a:ea typeface="Helvetica Neue"/>
                <a:cs typeface="Helvetica Neue"/>
              </a:defRPr>
            </a:pPr>
            <a:r>
              <a:rPr sz="2850" b="1">
                <a:solidFill>
                  <a:srgbClr val="007F7A"/>
                </a:solidFill>
                <a:latin typeface="Helvetica Neue"/>
                <a:ea typeface="Helvetica Neue"/>
                <a:cs typeface="Helvetica Neue"/>
              </a:rPr>
              <a:t>Foundation</a:t>
            </a:r>
          </a:p>
        </p:txBody>
      </p:sp>
      <p:sp>
        <p:nvSpPr>
          <p:cNvPr id="4" name="foundation-desc">
            <a:extLst xmlns:a="http://schemas.openxmlformats.org/drawingml/2006/main">
              <a:ext uri="{FF2B5EF4-FFF2-40B4-BE49-F238E27FC236}">
                <a16:creationId xmlns:a16="http://schemas.microsoft.com/office/drawing/2014/main" id="{F0DC5AAC-7C59-4497-9A96-F84C201A8775}"/>
              </a:ext>
            </a:extLst>
          </p:cNvPr>
          <p:cNvSpPr>
            <a:spLocks xmlns:a="http://schemas.openxmlformats.org/drawingml/2006/main" noGrp="1"/>
          </p:cNvSpPr>
          <p:nvPr/>
        </p:nvSpPr>
        <p:spPr>
          <a:xfrm xmlns:a="http://schemas.openxmlformats.org/drawingml/2006/main">
            <a:off x="762000" y="2571750"/>
            <a:ext cx="32004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42C3C"/>
                </a:solidFill>
                <a:latin typeface="Helvetica Neue"/>
                <a:ea typeface="Helvetica Neue"/>
                <a:cs typeface="Helvetica Neue"/>
              </a:defRPr>
            </a:defPPr>
          </a:lstStyle>
          <a:p xmlns:a="http://schemas.openxmlformats.org/drawingml/2006/main">
            <a:pPr>
              <a:buNone/>
              <a:defRPr sz="2100" b="0">
                <a:solidFill>
                  <a:srgbClr val="142C3C"/>
                </a:solidFill>
                <a:latin typeface="Helvetica Neue"/>
                <a:ea typeface="Helvetica Neue"/>
                <a:cs typeface="Helvetica Neue"/>
              </a:defRPr>
            </a:pPr>
            <a:r>
              <a:rPr sz="2100" b="0">
                <a:solidFill>
                  <a:srgbClr val="142C3C"/>
                </a:solidFill>
                <a:latin typeface="Helvetica Neue"/>
                <a:ea typeface="Helvetica Neue"/>
                <a:cs typeface="Helvetica Neue"/>
              </a:rPr>
              <a:t>Shared tables and contracts</a:t>
            </a:r>
          </a:p>
          <a:p xmlns:a="http://schemas.openxmlformats.org/drawingml/2006/main">
            <a:pPr>
              <a:buNone/>
              <a:defRPr sz="2100" b="0">
                <a:solidFill>
                  <a:srgbClr val="142C3C"/>
                </a:solidFill>
                <a:latin typeface="Helvetica Neue"/>
                <a:ea typeface="Helvetica Neue"/>
                <a:cs typeface="Helvetica Neue"/>
              </a:defRPr>
            </a:pPr>
            <a:r>
              <a:rPr sz="2100" b="0">
                <a:solidFill>
                  <a:srgbClr val="142C3C"/>
                </a:solidFill>
                <a:latin typeface="Helvetica Neue"/>
                <a:ea typeface="Helvetica Neue"/>
                <a:cs typeface="Helvetica Neue"/>
              </a:rPr>
              <a:t>Greeting history</a:t>
            </a:r>
          </a:p>
          <a:p xmlns:a="http://schemas.openxmlformats.org/drawingml/2006/main">
            <a:pPr>
              <a:buNone/>
              <a:defRPr sz="2100" b="0">
                <a:solidFill>
                  <a:srgbClr val="142C3C"/>
                </a:solidFill>
                <a:latin typeface="Helvetica Neue"/>
                <a:ea typeface="Helvetica Neue"/>
                <a:cs typeface="Helvetica Neue"/>
              </a:defRPr>
            </a:pPr>
            <a:r>
              <a:rPr sz="2100" b="0">
                <a:solidFill>
                  <a:srgbClr val="142C3C"/>
                </a:solidFill>
                <a:latin typeface="Helvetica Neue"/>
                <a:ea typeface="Helvetica Neue"/>
                <a:cs typeface="Helvetica Neue"/>
              </a:rPr>
              <a:t>Installed versions</a:t>
            </a:r>
          </a:p>
        </p:txBody>
      </p:sp>
      <p:sp>
        <p:nvSpPr>
          <p:cNvPr id="5" name="hello">
            <a:extLst xmlns:a="http://schemas.openxmlformats.org/drawingml/2006/main">
              <a:ext uri="{FF2B5EF4-FFF2-40B4-BE49-F238E27FC236}">
                <a16:creationId xmlns:a16="http://schemas.microsoft.com/office/drawing/2014/main" id="{1AC5C871-B20B-455B-A171-5D06F292391F}"/>
              </a:ext>
            </a:extLst>
          </p:cNvPr>
          <p:cNvSpPr>
            <a:spLocks xmlns:a="http://schemas.openxmlformats.org/drawingml/2006/main" noGrp="1"/>
          </p:cNvSpPr>
          <p:nvPr/>
        </p:nvSpPr>
        <p:spPr>
          <a:xfrm xmlns:a="http://schemas.openxmlformats.org/drawingml/2006/main">
            <a:off x="4667250" y="1847850"/>
            <a:ext cx="276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007F7A"/>
                </a:solidFill>
                <a:latin typeface="Helvetica Neue"/>
                <a:ea typeface="Helvetica Neue"/>
                <a:cs typeface="Helvetica Neue"/>
              </a:defRPr>
            </a:defPPr>
          </a:lstStyle>
          <a:p xmlns:a="http://schemas.openxmlformats.org/drawingml/2006/main">
            <a:pPr>
              <a:buNone/>
              <a:defRPr sz="2850" b="1">
                <a:solidFill>
                  <a:srgbClr val="007F7A"/>
                </a:solidFill>
                <a:latin typeface="Helvetica Neue"/>
                <a:ea typeface="Helvetica Neue"/>
                <a:cs typeface="Helvetica Neue"/>
              </a:defRPr>
            </a:pPr>
            <a:r>
              <a:rPr sz="2850" b="1">
                <a:solidFill>
                  <a:srgbClr val="007F7A"/>
                </a:solidFill>
                <a:latin typeface="Helvetica Neue"/>
                <a:ea typeface="Helvetica Neue"/>
                <a:cs typeface="Helvetica Neue"/>
              </a:rPr>
              <a:t>Hello</a:t>
            </a:r>
          </a:p>
        </p:txBody>
      </p:sp>
      <p:sp>
        <p:nvSpPr>
          <p:cNvPr id="6" name="hello-desc">
            <a:extLst xmlns:a="http://schemas.openxmlformats.org/drawingml/2006/main">
              <a:ext uri="{FF2B5EF4-FFF2-40B4-BE49-F238E27FC236}">
                <a16:creationId xmlns:a16="http://schemas.microsoft.com/office/drawing/2014/main" id="{296FE714-1670-46ED-A165-1A156FA6450A}"/>
              </a:ext>
            </a:extLst>
          </p:cNvPr>
          <p:cNvSpPr>
            <a:spLocks xmlns:a="http://schemas.openxmlformats.org/drawingml/2006/main" noGrp="1"/>
          </p:cNvSpPr>
          <p:nvPr/>
        </p:nvSpPr>
        <p:spPr>
          <a:xfrm xmlns:a="http://schemas.openxmlformats.org/drawingml/2006/main">
            <a:off x="4667250" y="2571750"/>
            <a:ext cx="27622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42C3C"/>
                </a:solidFill>
                <a:latin typeface="Helvetica Neue"/>
                <a:ea typeface="Helvetica Neue"/>
                <a:cs typeface="Helvetica Neue"/>
              </a:defRPr>
            </a:defPPr>
          </a:lstStyle>
          <a:p xmlns:a="http://schemas.openxmlformats.org/drawingml/2006/main">
            <a:pPr>
              <a:buNone/>
              <a:defRPr sz="2100" b="0">
                <a:solidFill>
                  <a:srgbClr val="142C3C"/>
                </a:solidFill>
                <a:latin typeface="Helvetica Neue"/>
                <a:ea typeface="Helvetica Neue"/>
                <a:cs typeface="Helvetica Neue"/>
              </a:defRPr>
            </a:pPr>
            <a:r>
              <a:rPr sz="2100" b="0">
                <a:solidFill>
                  <a:srgbClr val="142C3C"/>
                </a:solidFill>
                <a:latin typeface="Helvetica Neue"/>
                <a:ea typeface="Helvetica Neue"/>
                <a:cs typeface="Helvetica Neue"/>
              </a:rPr>
              <a:t>Owned data</a:t>
            </a:r>
          </a:p>
          <a:p xmlns:a="http://schemas.openxmlformats.org/drawingml/2006/main">
            <a:pPr>
              <a:buNone/>
              <a:defRPr sz="2100" b="0">
                <a:solidFill>
                  <a:srgbClr val="142C3C"/>
                </a:solidFill>
                <a:latin typeface="Helvetica Neue"/>
                <a:ea typeface="Helvetica Neue"/>
                <a:cs typeface="Helvetica Neue"/>
              </a:defRPr>
            </a:pPr>
            <a:r>
              <a:rPr sz="2100" b="0">
                <a:solidFill>
                  <a:srgbClr val="142C3C"/>
                </a:solidFill>
                <a:latin typeface="Helvetica Neue"/>
                <a:ea typeface="Helvetica Neue"/>
                <a:cs typeface="Helvetica Neue"/>
              </a:rPr>
              <a:t>Configuration pages</a:t>
            </a:r>
          </a:p>
          <a:p xmlns:a="http://schemas.openxmlformats.org/drawingml/2006/main">
            <a:pPr>
              <a:buNone/>
              <a:defRPr sz="2100" b="0">
                <a:solidFill>
                  <a:srgbClr val="142C3C"/>
                </a:solidFill>
                <a:latin typeface="Helvetica Neue"/>
                <a:ea typeface="Helvetica Neue"/>
                <a:cs typeface="Helvetica Neue"/>
              </a:defRPr>
            </a:pPr>
            <a:r>
              <a:rPr sz="2100" b="0">
                <a:solidFill>
                  <a:srgbClr val="142C3C"/>
                </a:solidFill>
                <a:latin typeface="Helvetica Neue"/>
                <a:ea typeface="Helvetica Neue"/>
                <a:cs typeface="Helvetica Neue"/>
              </a:rPr>
              <a:t>Component version</a:t>
            </a:r>
          </a:p>
        </p:txBody>
      </p:sp>
      <p:sp>
        <p:nvSpPr>
          <p:cNvPr id="7" name="world">
            <a:extLst xmlns:a="http://schemas.openxmlformats.org/drawingml/2006/main">
              <a:ext uri="{FF2B5EF4-FFF2-40B4-BE49-F238E27FC236}">
                <a16:creationId xmlns:a16="http://schemas.microsoft.com/office/drawing/2014/main" id="{0C10C8D0-1357-41D6-B817-A488E9543895}"/>
              </a:ext>
            </a:extLst>
          </p:cNvPr>
          <p:cNvSpPr>
            <a:spLocks xmlns:a="http://schemas.openxmlformats.org/drawingml/2006/main" noGrp="1"/>
          </p:cNvSpPr>
          <p:nvPr/>
        </p:nvSpPr>
        <p:spPr>
          <a:xfrm xmlns:a="http://schemas.openxmlformats.org/drawingml/2006/main">
            <a:off x="8477250" y="1847850"/>
            <a:ext cx="276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007F7A"/>
                </a:solidFill>
                <a:latin typeface="Helvetica Neue"/>
                <a:ea typeface="Helvetica Neue"/>
                <a:cs typeface="Helvetica Neue"/>
              </a:defRPr>
            </a:defPPr>
          </a:lstStyle>
          <a:p xmlns:a="http://schemas.openxmlformats.org/drawingml/2006/main">
            <a:pPr>
              <a:buNone/>
              <a:defRPr sz="2850" b="1">
                <a:solidFill>
                  <a:srgbClr val="007F7A"/>
                </a:solidFill>
                <a:latin typeface="Helvetica Neue"/>
                <a:ea typeface="Helvetica Neue"/>
                <a:cs typeface="Helvetica Neue"/>
              </a:defRPr>
            </a:pPr>
            <a:r>
              <a:rPr sz="2850" b="1">
                <a:solidFill>
                  <a:srgbClr val="007F7A"/>
                </a:solidFill>
                <a:latin typeface="Helvetica Neue"/>
                <a:ea typeface="Helvetica Neue"/>
                <a:cs typeface="Helvetica Neue"/>
              </a:rPr>
              <a:t>World</a:t>
            </a:r>
          </a:p>
        </p:txBody>
      </p:sp>
      <p:sp>
        <p:nvSpPr>
          <p:cNvPr id="8" name="world-desc">
            <a:extLst xmlns:a="http://schemas.openxmlformats.org/drawingml/2006/main">
              <a:ext uri="{FF2B5EF4-FFF2-40B4-BE49-F238E27FC236}">
                <a16:creationId xmlns:a16="http://schemas.microsoft.com/office/drawing/2014/main" id="{19F87FCE-6308-4335-9677-E354AAD1EF25}"/>
              </a:ext>
            </a:extLst>
          </p:cNvPr>
          <p:cNvSpPr>
            <a:spLocks xmlns:a="http://schemas.openxmlformats.org/drawingml/2006/main" noGrp="1"/>
          </p:cNvSpPr>
          <p:nvPr/>
        </p:nvSpPr>
        <p:spPr>
          <a:xfrm xmlns:a="http://schemas.openxmlformats.org/drawingml/2006/main">
            <a:off x="8477250" y="2571750"/>
            <a:ext cx="27622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42C3C"/>
                </a:solidFill>
                <a:latin typeface="Helvetica Neue"/>
                <a:ea typeface="Helvetica Neue"/>
                <a:cs typeface="Helvetica Neue"/>
              </a:defRPr>
            </a:defPPr>
          </a:lstStyle>
          <a:p xmlns:a="http://schemas.openxmlformats.org/drawingml/2006/main">
            <a:pPr>
              <a:buNone/>
              <a:defRPr sz="2100" b="0">
                <a:solidFill>
                  <a:srgbClr val="142C3C"/>
                </a:solidFill>
                <a:latin typeface="Helvetica Neue"/>
                <a:ea typeface="Helvetica Neue"/>
                <a:cs typeface="Helvetica Neue"/>
              </a:defRPr>
            </a:pPr>
            <a:r>
              <a:rPr sz="2100" b="0">
                <a:solidFill>
                  <a:srgbClr val="142C3C"/>
                </a:solidFill>
                <a:latin typeface="Helvetica Neue"/>
                <a:ea typeface="Helvetica Neue"/>
                <a:cs typeface="Helvetica Neue"/>
              </a:rPr>
              <a:t>Owned data</a:t>
            </a:r>
          </a:p>
          <a:p xmlns:a="http://schemas.openxmlformats.org/drawingml/2006/main">
            <a:pPr>
              <a:buNone/>
              <a:defRPr sz="2100" b="0">
                <a:solidFill>
                  <a:srgbClr val="142C3C"/>
                </a:solidFill>
                <a:latin typeface="Helvetica Neue"/>
                <a:ea typeface="Helvetica Neue"/>
                <a:cs typeface="Helvetica Neue"/>
              </a:defRPr>
            </a:pPr>
            <a:r>
              <a:rPr sz="2100" b="0">
                <a:solidFill>
                  <a:srgbClr val="142C3C"/>
                </a:solidFill>
                <a:latin typeface="Helvetica Neue"/>
                <a:ea typeface="Helvetica Neue"/>
                <a:cs typeface="Helvetica Neue"/>
              </a:rPr>
              <a:t>Configuration pages</a:t>
            </a:r>
          </a:p>
          <a:p xmlns:a="http://schemas.openxmlformats.org/drawingml/2006/main">
            <a:pPr>
              <a:buNone/>
              <a:defRPr sz="2100" b="0">
                <a:solidFill>
                  <a:srgbClr val="142C3C"/>
                </a:solidFill>
                <a:latin typeface="Helvetica Neue"/>
                <a:ea typeface="Helvetica Neue"/>
                <a:cs typeface="Helvetica Neue"/>
              </a:defRPr>
            </a:pPr>
            <a:r>
              <a:rPr sz="2100" b="0">
                <a:solidFill>
                  <a:srgbClr val="142C3C"/>
                </a:solidFill>
                <a:latin typeface="Helvetica Neue"/>
                <a:ea typeface="Helvetica Neue"/>
                <a:cs typeface="Helvetica Neue"/>
              </a:rPr>
              <a:t>Component version</a:t>
            </a:r>
          </a:p>
        </p:txBody>
      </p:sp>
      <p:sp>
        <p:nvSpPr>
          <p:cNvPr id="9" name="authors">
            <a:extLst xmlns:a="http://schemas.openxmlformats.org/drawingml/2006/main">
              <a:ext uri="{FF2B5EF4-FFF2-40B4-BE49-F238E27FC236}">
                <a16:creationId xmlns:a16="http://schemas.microsoft.com/office/drawing/2014/main" id="{BB71F60A-F085-4790-922A-6C21EF8AD423}"/>
              </a:ext>
            </a:extLst>
          </p:cNvPr>
          <p:cNvSpPr>
            <a:spLocks xmlns:a="http://schemas.openxmlformats.org/drawingml/2006/main" noGrp="1"/>
          </p:cNvSpPr>
          <p:nvPr/>
        </p:nvSpPr>
        <p:spPr>
          <a:xfrm xmlns:a="http://schemas.openxmlformats.org/drawingml/2006/main">
            <a:off x="762000" y="48101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42C3C"/>
                </a:solidFill>
                <a:latin typeface="Helvetica Neue"/>
                <a:ea typeface="Helvetica Neue"/>
                <a:cs typeface="Helvetica Neue"/>
              </a:defRPr>
            </a:defPPr>
          </a:lstStyle>
          <a:p xmlns:a="http://schemas.openxmlformats.org/drawingml/2006/main">
            <a:pPr>
              <a:buNone/>
              <a:defRPr sz="2475" b="1">
                <a:solidFill>
                  <a:srgbClr val="142C3C"/>
                </a:solidFill>
                <a:latin typeface="Helvetica Neue"/>
                <a:ea typeface="Helvetica Neue"/>
                <a:cs typeface="Helvetica Neue"/>
              </a:defRPr>
            </a:pPr>
            <a:r>
              <a:rPr sz="2475" b="1">
                <a:solidFill>
                  <a:srgbClr val="142C3C"/>
                </a:solidFill>
                <a:latin typeface="Helvetica Neue"/>
                <a:ea typeface="Helvetica Neue"/>
                <a:cs typeface="Helvetica Neue"/>
              </a:rPr>
              <a:t>A delivers Foundation. B adds Hello. C adds World.</a:t>
            </a:r>
          </a:p>
        </p:txBody>
      </p:sp>
      <p:sp>
        <p:nvSpPr>
          <p:cNvPr id="10" name="authority">
            <a:extLst xmlns:a="http://schemas.openxmlformats.org/drawingml/2006/main">
              <a:ext uri="{FF2B5EF4-FFF2-40B4-BE49-F238E27FC236}">
                <a16:creationId xmlns:a16="http://schemas.microsoft.com/office/drawing/2014/main" id="{6D2C1D42-AF3E-4AF6-B104-957540B28786}"/>
              </a:ext>
            </a:extLst>
          </p:cNvPr>
          <p:cNvSpPr>
            <a:spLocks xmlns:a="http://schemas.openxmlformats.org/drawingml/2006/main" noGrp="1"/>
          </p:cNvSpPr>
          <p:nvPr/>
        </p:nvSpPr>
        <p:spPr>
          <a:xfrm xmlns:a="http://schemas.openxmlformats.org/drawingml/2006/main">
            <a:off x="762000" y="563880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16775"/>
                </a:solidFill>
                <a:latin typeface="Helvetica Neue"/>
                <a:ea typeface="Helvetica Neue"/>
                <a:cs typeface="Helvetica Neue"/>
              </a:defRPr>
            </a:defPPr>
          </a:lstStyle>
          <a:p xmlns:a="http://schemas.openxmlformats.org/drawingml/2006/main">
            <a:pPr>
              <a:buNone/>
              <a:defRPr sz="1950" b="0">
                <a:solidFill>
                  <a:srgbClr val="516775"/>
                </a:solidFill>
                <a:latin typeface="Helvetica Neue"/>
                <a:ea typeface="Helvetica Neue"/>
                <a:cs typeface="Helvetica Neue"/>
              </a:defRPr>
            </a:pPr>
            <a:r>
              <a:rPr sz="1950" b="0">
                <a:solidFill>
                  <a:srgbClr val="516775"/>
                </a:solidFill>
                <a:latin typeface="Helvetica Neue"/>
                <a:ea typeface="Helvetica Neue"/>
                <a:cs typeface="Helvetica Neue"/>
              </a:rPr>
              <a:t>Git defines accepted source. Complete releases carry compatible versions.</a:t>
            </a:r>
          </a:p>
        </p:txBody>
      </p:sp>
    </p:spTree>
    <p:extLst>
      <p:ext uri="{BB962C8B-B14F-4D97-AF65-F5344CB8AC3E}">
        <p14:creationId xmlns:p14="http://schemas.microsoft.com/office/powerpoint/2010/main" val="1548424762"/>
      </p:ext>
    </p:extLst>
  </p:cSld>
</p:sld>
</file>

<file path=ppt/slides/slide4.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21" name="title">
            <a:extLst xmlns:a="http://schemas.openxmlformats.org/drawingml/2006/main">
              <a:ext uri="{FF2B5EF4-FFF2-40B4-BE49-F238E27FC236}">
                <a16:creationId xmlns:a16="http://schemas.microsoft.com/office/drawing/2014/main" id="{43099BF4-2153-4EE7-8007-64D6ADDED34C}"/>
              </a:ext>
            </a:extLst>
          </p:cNvPr>
          <p:cNvSpPr>
            <a:spLocks xmlns:a="http://schemas.openxmlformats.org/drawingml/2006/main" noGrp="1"/>
          </p:cNvSpPr>
          <p:nvPr/>
        </p:nvSpPr>
        <p:spPr>
          <a:xfrm xmlns:a="http://schemas.openxmlformats.org/drawingml/2006/main">
            <a:off x="723900" y="52387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42C3C"/>
                </a:solidFill>
                <a:latin typeface="Helvetica Neue"/>
                <a:ea typeface="Helvetica Neue"/>
                <a:cs typeface="Helvetica Neue"/>
              </a:defRPr>
            </a:defPPr>
          </a:lstStyle>
          <a:p xmlns:a="http://schemas.openxmlformats.org/drawingml/2006/main">
            <a:pPr>
              <a:buNone/>
              <a:defRPr sz="3300" b="1">
                <a:solidFill>
                  <a:srgbClr val="142C3C"/>
                </a:solidFill>
                <a:latin typeface="Helvetica Neue"/>
                <a:ea typeface="Helvetica Neue"/>
                <a:cs typeface="Helvetica Neue"/>
              </a:defRPr>
            </a:pPr>
            <a:r>
              <a:rPr sz="3300" b="1">
                <a:solidFill>
                  <a:srgbClr val="142C3C"/>
                </a:solidFill>
                <a:latin typeface="Helvetica Neue"/>
                <a:ea typeface="Helvetica Neue"/>
                <a:cs typeface="Helvetica Neue"/>
              </a:rPr>
              <a:t>Developer-to-release journey</a:t>
            </a:r>
          </a:p>
        </p:txBody>
      </p:sp>
      <p:sp>
        <p:nvSpPr>
          <p:cNvPr id="2" name="page">
            <a:extLst xmlns:a="http://schemas.openxmlformats.org/drawingml/2006/main">
              <a:ext uri="{FF2B5EF4-FFF2-40B4-BE49-F238E27FC236}">
                <a16:creationId xmlns:a16="http://schemas.microsoft.com/office/drawing/2014/main" id="{28FAE5C2-B1A2-4D1D-867D-FEAED08C5C4E}"/>
              </a:ext>
            </a:extLst>
          </p:cNvPr>
          <p:cNvSpPr>
            <a:spLocks xmlns:a="http://schemas.openxmlformats.org/drawingml/2006/main" noGrp="1"/>
          </p:cNvSpPr>
          <p:nvPr/>
        </p:nvSpPr>
        <p:spPr>
          <a:xfrm xmlns:a="http://schemas.openxmlformats.org/drawingml/2006/main">
            <a:off x="11096625" y="63341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16775"/>
                </a:solidFill>
                <a:latin typeface="Helvetica Neue"/>
                <a:ea typeface="Helvetica Neue"/>
                <a:cs typeface="Helvetica Neue"/>
              </a:defRPr>
            </a:defPPr>
          </a:lstStyle>
          <a:p xmlns:a="http://schemas.openxmlformats.org/drawingml/2006/main">
            <a:pPr>
              <a:buNone/>
              <a:defRPr sz="1350" b="0">
                <a:solidFill>
                  <a:srgbClr val="516775"/>
                </a:solidFill>
                <a:latin typeface="Helvetica Neue"/>
                <a:ea typeface="Helvetica Neue"/>
                <a:cs typeface="Helvetica Neue"/>
              </a:defRPr>
            </a:pPr>
            <a:r>
              <a:rPr sz="1350" b="0">
                <a:solidFill>
                  <a:srgbClr val="516775"/>
                </a:solidFill>
                <a:latin typeface="Helvetica Neue"/>
                <a:ea typeface="Helvetica Neue"/>
                <a:cs typeface="Helvetica Neue"/>
              </a:rPr>
              <a:t>04</a:t>
            </a:r>
          </a:p>
        </p:txBody>
      </p:sp>
      <p:sp>
        <p:nvSpPr>
          <p:cNvPr id="3" name="step-0">
            <a:extLst xmlns:a="http://schemas.openxmlformats.org/drawingml/2006/main">
              <a:ext uri="{FF2B5EF4-FFF2-40B4-BE49-F238E27FC236}">
                <a16:creationId xmlns:a16="http://schemas.microsoft.com/office/drawing/2014/main" id="{45A218A8-30A9-45CF-B41D-FEB5AFEE1C7C}"/>
              </a:ext>
            </a:extLst>
          </p:cNvPr>
          <p:cNvSpPr>
            <a:spLocks xmlns:a="http://schemas.openxmlformats.org/drawingml/2006/main" noGrp="1"/>
          </p:cNvSpPr>
          <p:nvPr/>
        </p:nvSpPr>
        <p:spPr>
          <a:xfrm xmlns:a="http://schemas.openxmlformats.org/drawingml/2006/main">
            <a:off x="762000" y="185737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007F7A"/>
                </a:solidFill>
                <a:latin typeface="Helvetica Neue"/>
                <a:ea typeface="Helvetica Neue"/>
                <a:cs typeface="Helvetica Neue"/>
              </a:defRPr>
            </a:defPPr>
          </a:lstStyle>
          <a:p xmlns:a="http://schemas.openxmlformats.org/drawingml/2006/main">
            <a:pPr>
              <a:buNone/>
              <a:defRPr sz="2400" b="1">
                <a:solidFill>
                  <a:srgbClr val="007F7A"/>
                </a:solidFill>
                <a:latin typeface="Helvetica Neue"/>
                <a:ea typeface="Helvetica Neue"/>
                <a:cs typeface="Helvetica Neue"/>
              </a:defRPr>
            </a:pPr>
            <a:r>
              <a:rPr sz="2400" b="1">
                <a:solidFill>
                  <a:srgbClr val="007F7A"/>
                </a:solidFill>
                <a:latin typeface="Helvetica Neue"/>
                <a:ea typeface="Helvetica Neue"/>
                <a:cs typeface="Helvetica Neue"/>
              </a:rPr>
              <a:t>1</a:t>
            </a:r>
          </a:p>
        </p:txBody>
      </p:sp>
      <p:sp>
        <p:nvSpPr>
          <p:cNvPr id="4" name="step-title-0">
            <a:extLst xmlns:a="http://schemas.openxmlformats.org/drawingml/2006/main">
              <a:ext uri="{FF2B5EF4-FFF2-40B4-BE49-F238E27FC236}">
                <a16:creationId xmlns:a16="http://schemas.microsoft.com/office/drawing/2014/main" id="{6B1B87FB-AC20-40C6-B0C0-73D9738B49D8}"/>
              </a:ext>
            </a:extLst>
          </p:cNvPr>
          <p:cNvSpPr>
            <a:spLocks xmlns:a="http://schemas.openxmlformats.org/drawingml/2006/main" noGrp="1"/>
          </p:cNvSpPr>
          <p:nvPr/>
        </p:nvSpPr>
        <p:spPr>
          <a:xfrm xmlns:a="http://schemas.openxmlformats.org/drawingml/2006/main">
            <a:off x="1381125" y="1857375"/>
            <a:ext cx="4572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42C3C"/>
                </a:solidFill>
                <a:latin typeface="Helvetica Neue"/>
                <a:ea typeface="Helvetica Neue"/>
                <a:cs typeface="Helvetica Neue"/>
              </a:defRPr>
            </a:defPPr>
          </a:lstStyle>
          <a:p xmlns:a="http://schemas.openxmlformats.org/drawingml/2006/main">
            <a:pPr>
              <a:buNone/>
              <a:defRPr sz="2175" b="1">
                <a:solidFill>
                  <a:srgbClr val="142C3C"/>
                </a:solidFill>
                <a:latin typeface="Helvetica Neue"/>
                <a:ea typeface="Helvetica Neue"/>
                <a:cs typeface="Helvetica Neue"/>
              </a:defRPr>
            </a:pPr>
            <a:r>
              <a:rPr sz="2175" b="1">
                <a:solidFill>
                  <a:srgbClr val="142C3C"/>
                </a:solidFill>
                <a:latin typeface="Helvetica Neue"/>
                <a:ea typeface="Helvetica Neue"/>
                <a:cs typeface="Helvetica Neue"/>
              </a:rPr>
              <a:t>Reserve scope</a:t>
            </a:r>
          </a:p>
        </p:txBody>
      </p:sp>
      <p:sp>
        <p:nvSpPr>
          <p:cNvPr id="5" name="step-desc-0">
            <a:extLst xmlns:a="http://schemas.openxmlformats.org/drawingml/2006/main">
              <a:ext uri="{FF2B5EF4-FFF2-40B4-BE49-F238E27FC236}">
                <a16:creationId xmlns:a16="http://schemas.microsoft.com/office/drawing/2014/main" id="{B2AEBF1E-D946-43E7-8133-67D115B7C225}"/>
              </a:ext>
            </a:extLst>
          </p:cNvPr>
          <p:cNvSpPr>
            <a:spLocks xmlns:a="http://schemas.openxmlformats.org/drawingml/2006/main" noGrp="1"/>
          </p:cNvSpPr>
          <p:nvPr/>
        </p:nvSpPr>
        <p:spPr>
          <a:xfrm xmlns:a="http://schemas.openxmlformats.org/drawingml/2006/main">
            <a:off x="1381125" y="2305050"/>
            <a:ext cx="4429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16775"/>
                </a:solidFill>
                <a:latin typeface="Helvetica Neue"/>
                <a:ea typeface="Helvetica Neue"/>
                <a:cs typeface="Helvetica Neue"/>
              </a:defRPr>
            </a:defPPr>
          </a:lstStyle>
          <a:p xmlns:a="http://schemas.openxmlformats.org/drawingml/2006/main">
            <a:pPr>
              <a:buNone/>
              <a:defRPr sz="1875" b="0">
                <a:solidFill>
                  <a:srgbClr val="516775"/>
                </a:solidFill>
                <a:latin typeface="Helvetica Neue"/>
                <a:ea typeface="Helvetica Neue"/>
                <a:cs typeface="Helvetica Neue"/>
              </a:defRPr>
            </a:pPr>
            <a:r>
              <a:rPr sz="1875" b="0">
                <a:solidFill>
                  <a:srgbClr val="516775"/>
                </a:solidFill>
                <a:latin typeface="Helvetica Neue"/>
                <a:ea typeface="Helvetica Neue"/>
                <a:cs typeface="Helvetica Neue"/>
              </a:rPr>
              <a:t>Create the task branch and private area</a:t>
            </a:r>
          </a:p>
        </p:txBody>
      </p:sp>
      <p:sp>
        <p:nvSpPr>
          <p:cNvPr id="6" name="step-1">
            <a:extLst xmlns:a="http://schemas.openxmlformats.org/drawingml/2006/main">
              <a:ext uri="{FF2B5EF4-FFF2-40B4-BE49-F238E27FC236}">
                <a16:creationId xmlns:a16="http://schemas.microsoft.com/office/drawing/2014/main" id="{EF8BE2F8-16DE-45B5-8505-774764867AF8}"/>
              </a:ext>
            </a:extLst>
          </p:cNvPr>
          <p:cNvSpPr>
            <a:spLocks xmlns:a="http://schemas.openxmlformats.org/drawingml/2006/main" noGrp="1"/>
          </p:cNvSpPr>
          <p:nvPr/>
        </p:nvSpPr>
        <p:spPr>
          <a:xfrm xmlns:a="http://schemas.openxmlformats.org/drawingml/2006/main">
            <a:off x="762000" y="32194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007F7A"/>
                </a:solidFill>
                <a:latin typeface="Helvetica Neue"/>
                <a:ea typeface="Helvetica Neue"/>
                <a:cs typeface="Helvetica Neue"/>
              </a:defRPr>
            </a:defPPr>
          </a:lstStyle>
          <a:p xmlns:a="http://schemas.openxmlformats.org/drawingml/2006/main">
            <a:pPr>
              <a:buNone/>
              <a:defRPr sz="2400" b="1">
                <a:solidFill>
                  <a:srgbClr val="007F7A"/>
                </a:solidFill>
                <a:latin typeface="Helvetica Neue"/>
                <a:ea typeface="Helvetica Neue"/>
                <a:cs typeface="Helvetica Neue"/>
              </a:defRPr>
            </a:pPr>
            <a:r>
              <a:rPr sz="2400" b="1">
                <a:solidFill>
                  <a:srgbClr val="007F7A"/>
                </a:solidFill>
                <a:latin typeface="Helvetica Neue"/>
                <a:ea typeface="Helvetica Neue"/>
                <a:cs typeface="Helvetica Neue"/>
              </a:rPr>
              <a:t>2</a:t>
            </a:r>
          </a:p>
        </p:txBody>
      </p:sp>
      <p:sp>
        <p:nvSpPr>
          <p:cNvPr id="7" name="step-title-1">
            <a:extLst xmlns:a="http://schemas.openxmlformats.org/drawingml/2006/main">
              <a:ext uri="{FF2B5EF4-FFF2-40B4-BE49-F238E27FC236}">
                <a16:creationId xmlns:a16="http://schemas.microsoft.com/office/drawing/2014/main" id="{260C5851-70E1-430F-8A89-E1DBD8ABDFD0}"/>
              </a:ext>
            </a:extLst>
          </p:cNvPr>
          <p:cNvSpPr>
            <a:spLocks xmlns:a="http://schemas.openxmlformats.org/drawingml/2006/main" noGrp="1"/>
          </p:cNvSpPr>
          <p:nvPr/>
        </p:nvSpPr>
        <p:spPr>
          <a:xfrm xmlns:a="http://schemas.openxmlformats.org/drawingml/2006/main">
            <a:off x="1381125" y="3219450"/>
            <a:ext cx="4572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42C3C"/>
                </a:solidFill>
                <a:latin typeface="Helvetica Neue"/>
                <a:ea typeface="Helvetica Neue"/>
                <a:cs typeface="Helvetica Neue"/>
              </a:defRPr>
            </a:defPPr>
          </a:lstStyle>
          <a:p xmlns:a="http://schemas.openxmlformats.org/drawingml/2006/main">
            <a:pPr>
              <a:buNone/>
              <a:defRPr sz="2175" b="1">
                <a:solidFill>
                  <a:srgbClr val="142C3C"/>
                </a:solidFill>
                <a:latin typeface="Helvetica Neue"/>
                <a:ea typeface="Helvetica Neue"/>
                <a:cs typeface="Helvetica Neue"/>
              </a:defRPr>
            </a:pPr>
            <a:r>
              <a:rPr sz="2175" b="1">
                <a:solidFill>
                  <a:srgbClr val="142C3C"/>
                </a:solidFill>
                <a:latin typeface="Helvetica Neue"/>
                <a:ea typeface="Helvetica Neue"/>
                <a:cs typeface="Helvetica Neue"/>
              </a:rPr>
              <a:t>Author the change</a:t>
            </a:r>
          </a:p>
        </p:txBody>
      </p:sp>
      <p:sp>
        <p:nvSpPr>
          <p:cNvPr id="8" name="step-desc-1">
            <a:extLst xmlns:a="http://schemas.openxmlformats.org/drawingml/2006/main">
              <a:ext uri="{FF2B5EF4-FFF2-40B4-BE49-F238E27FC236}">
                <a16:creationId xmlns:a16="http://schemas.microsoft.com/office/drawing/2014/main" id="{401AD570-AA7F-4DB0-98B8-EF7C22115CBF}"/>
              </a:ext>
            </a:extLst>
          </p:cNvPr>
          <p:cNvSpPr>
            <a:spLocks xmlns:a="http://schemas.openxmlformats.org/drawingml/2006/main" noGrp="1"/>
          </p:cNvSpPr>
          <p:nvPr/>
        </p:nvSpPr>
        <p:spPr>
          <a:xfrm xmlns:a="http://schemas.openxmlformats.org/drawingml/2006/main">
            <a:off x="1381125" y="3667125"/>
            <a:ext cx="4429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16775"/>
                </a:solidFill>
                <a:latin typeface="Helvetica Neue"/>
                <a:ea typeface="Helvetica Neue"/>
                <a:cs typeface="Helvetica Neue"/>
              </a:defRPr>
            </a:defPPr>
          </a:lstStyle>
          <a:p xmlns:a="http://schemas.openxmlformats.org/drawingml/2006/main">
            <a:pPr>
              <a:buNone/>
              <a:defRPr sz="1875" b="0">
                <a:solidFill>
                  <a:srgbClr val="516775"/>
                </a:solidFill>
                <a:latin typeface="Helvetica Neue"/>
                <a:ea typeface="Helvetica Neue"/>
                <a:cs typeface="Helvetica Neue"/>
              </a:defRPr>
            </a:pPr>
            <a:r>
              <a:rPr sz="1875" b="0">
                <a:solidFill>
                  <a:srgbClr val="516775"/>
                </a:solidFill>
                <a:latin typeface="Helvetica Neue"/>
                <a:ea typeface="Helvetica Neue"/>
                <a:cs typeface="Helvetica Neue"/>
              </a:rPr>
              <a:t>Edit APEX in the browser and write migrations</a:t>
            </a:r>
          </a:p>
        </p:txBody>
      </p:sp>
      <p:sp>
        <p:nvSpPr>
          <p:cNvPr id="9" name="step-2">
            <a:extLst xmlns:a="http://schemas.openxmlformats.org/drawingml/2006/main">
              <a:ext uri="{FF2B5EF4-FFF2-40B4-BE49-F238E27FC236}">
                <a16:creationId xmlns:a16="http://schemas.microsoft.com/office/drawing/2014/main" id="{F6475873-775F-42DE-963A-6868F9E9A289}"/>
              </a:ext>
            </a:extLst>
          </p:cNvPr>
          <p:cNvSpPr>
            <a:spLocks xmlns:a="http://schemas.openxmlformats.org/drawingml/2006/main" noGrp="1"/>
          </p:cNvSpPr>
          <p:nvPr/>
        </p:nvSpPr>
        <p:spPr>
          <a:xfrm xmlns:a="http://schemas.openxmlformats.org/drawingml/2006/main">
            <a:off x="762000" y="458152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007F7A"/>
                </a:solidFill>
                <a:latin typeface="Helvetica Neue"/>
                <a:ea typeface="Helvetica Neue"/>
                <a:cs typeface="Helvetica Neue"/>
              </a:defRPr>
            </a:defPPr>
          </a:lstStyle>
          <a:p xmlns:a="http://schemas.openxmlformats.org/drawingml/2006/main">
            <a:pPr>
              <a:buNone/>
              <a:defRPr sz="2400" b="1">
                <a:solidFill>
                  <a:srgbClr val="007F7A"/>
                </a:solidFill>
                <a:latin typeface="Helvetica Neue"/>
                <a:ea typeface="Helvetica Neue"/>
                <a:cs typeface="Helvetica Neue"/>
              </a:defRPr>
            </a:pPr>
            <a:r>
              <a:rPr sz="2400" b="1">
                <a:solidFill>
                  <a:srgbClr val="007F7A"/>
                </a:solidFill>
                <a:latin typeface="Helvetica Neue"/>
                <a:ea typeface="Helvetica Neue"/>
                <a:cs typeface="Helvetica Neue"/>
              </a:rPr>
              <a:t>3</a:t>
            </a:r>
          </a:p>
        </p:txBody>
      </p:sp>
      <p:sp>
        <p:nvSpPr>
          <p:cNvPr id="10" name="step-title-2">
            <a:extLst xmlns:a="http://schemas.openxmlformats.org/drawingml/2006/main">
              <a:ext uri="{FF2B5EF4-FFF2-40B4-BE49-F238E27FC236}">
                <a16:creationId xmlns:a16="http://schemas.microsoft.com/office/drawing/2014/main" id="{A893B00F-3900-467F-831F-10E5B254C197}"/>
              </a:ext>
            </a:extLst>
          </p:cNvPr>
          <p:cNvSpPr>
            <a:spLocks xmlns:a="http://schemas.openxmlformats.org/drawingml/2006/main" noGrp="1"/>
          </p:cNvSpPr>
          <p:nvPr/>
        </p:nvSpPr>
        <p:spPr>
          <a:xfrm xmlns:a="http://schemas.openxmlformats.org/drawingml/2006/main">
            <a:off x="1381125" y="4581525"/>
            <a:ext cx="4572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42C3C"/>
                </a:solidFill>
                <a:latin typeface="Helvetica Neue"/>
                <a:ea typeface="Helvetica Neue"/>
                <a:cs typeface="Helvetica Neue"/>
              </a:defRPr>
            </a:defPPr>
          </a:lstStyle>
          <a:p xmlns:a="http://schemas.openxmlformats.org/drawingml/2006/main">
            <a:pPr>
              <a:buNone/>
              <a:defRPr sz="2175" b="1">
                <a:solidFill>
                  <a:srgbClr val="142C3C"/>
                </a:solidFill>
                <a:latin typeface="Helvetica Neue"/>
                <a:ea typeface="Helvetica Neue"/>
                <a:cs typeface="Helvetica Neue"/>
              </a:defRPr>
            </a:pPr>
            <a:r>
              <a:rPr sz="2175" b="1">
                <a:solidFill>
                  <a:srgbClr val="142C3C"/>
                </a:solidFill>
                <a:latin typeface="Helvetica Neue"/>
                <a:ea typeface="Helvetica Neue"/>
                <a:cs typeface="Helvetica Neue"/>
              </a:rPr>
              <a:t>Capture and submit</a:t>
            </a:r>
          </a:p>
        </p:txBody>
      </p:sp>
      <p:sp>
        <p:nvSpPr>
          <p:cNvPr id="11" name="step-desc-2">
            <a:extLst xmlns:a="http://schemas.openxmlformats.org/drawingml/2006/main">
              <a:ext uri="{FF2B5EF4-FFF2-40B4-BE49-F238E27FC236}">
                <a16:creationId xmlns:a16="http://schemas.microsoft.com/office/drawing/2014/main" id="{659FE8CA-4DB4-4DD2-878C-5D42102DD60C}"/>
              </a:ext>
            </a:extLst>
          </p:cNvPr>
          <p:cNvSpPr>
            <a:spLocks xmlns:a="http://schemas.openxmlformats.org/drawingml/2006/main" noGrp="1"/>
          </p:cNvSpPr>
          <p:nvPr/>
        </p:nvSpPr>
        <p:spPr>
          <a:xfrm xmlns:a="http://schemas.openxmlformats.org/drawingml/2006/main">
            <a:off x="1381125" y="5029200"/>
            <a:ext cx="4429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16775"/>
                </a:solidFill>
                <a:latin typeface="Helvetica Neue"/>
                <a:ea typeface="Helvetica Neue"/>
                <a:cs typeface="Helvetica Neue"/>
              </a:defRPr>
            </a:defPPr>
          </a:lstStyle>
          <a:p xmlns:a="http://schemas.openxmlformats.org/drawingml/2006/main">
            <a:pPr>
              <a:buNone/>
              <a:defRPr sz="1875" b="0">
                <a:solidFill>
                  <a:srgbClr val="516775"/>
                </a:solidFill>
                <a:latin typeface="Helvetica Neue"/>
                <a:ea typeface="Helvetica Neue"/>
                <a:cs typeface="Helvetica Neue"/>
              </a:defRPr>
            </a:pPr>
            <a:r>
              <a:rPr sz="1875" b="0">
                <a:solidFill>
                  <a:srgbClr val="516775"/>
                </a:solidFill>
                <a:latin typeface="Helvetica Neue"/>
                <a:ea typeface="Helvetica Neue"/>
                <a:cs typeface="Helvetica Neue"/>
              </a:rPr>
              <a:t>Export into Git, review the diff and open a PR</a:t>
            </a:r>
          </a:p>
        </p:txBody>
      </p:sp>
      <p:sp>
        <p:nvSpPr>
          <p:cNvPr id="12" name="step-3">
            <a:extLst xmlns:a="http://schemas.openxmlformats.org/drawingml/2006/main">
              <a:ext uri="{FF2B5EF4-FFF2-40B4-BE49-F238E27FC236}">
                <a16:creationId xmlns:a16="http://schemas.microsoft.com/office/drawing/2014/main" id="{8812D843-01B1-4C0B-988B-890BD095B36B}"/>
              </a:ext>
            </a:extLst>
          </p:cNvPr>
          <p:cNvSpPr>
            <a:spLocks xmlns:a="http://schemas.openxmlformats.org/drawingml/2006/main" noGrp="1"/>
          </p:cNvSpPr>
          <p:nvPr/>
        </p:nvSpPr>
        <p:spPr>
          <a:xfrm xmlns:a="http://schemas.openxmlformats.org/drawingml/2006/main">
            <a:off x="6477000" y="185737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007F7A"/>
                </a:solidFill>
                <a:latin typeface="Helvetica Neue"/>
                <a:ea typeface="Helvetica Neue"/>
                <a:cs typeface="Helvetica Neue"/>
              </a:defRPr>
            </a:defPPr>
          </a:lstStyle>
          <a:p xmlns:a="http://schemas.openxmlformats.org/drawingml/2006/main">
            <a:pPr>
              <a:buNone/>
              <a:defRPr sz="2400" b="1">
                <a:solidFill>
                  <a:srgbClr val="007F7A"/>
                </a:solidFill>
                <a:latin typeface="Helvetica Neue"/>
                <a:ea typeface="Helvetica Neue"/>
                <a:cs typeface="Helvetica Neue"/>
              </a:defRPr>
            </a:pPr>
            <a:r>
              <a:rPr sz="2400" b="1">
                <a:solidFill>
                  <a:srgbClr val="007F7A"/>
                </a:solidFill>
                <a:latin typeface="Helvetica Neue"/>
                <a:ea typeface="Helvetica Neue"/>
                <a:cs typeface="Helvetica Neue"/>
              </a:rPr>
              <a:t>4</a:t>
            </a:r>
          </a:p>
        </p:txBody>
      </p:sp>
      <p:sp>
        <p:nvSpPr>
          <p:cNvPr id="13" name="step-title-3">
            <a:extLst xmlns:a="http://schemas.openxmlformats.org/drawingml/2006/main">
              <a:ext uri="{FF2B5EF4-FFF2-40B4-BE49-F238E27FC236}">
                <a16:creationId xmlns:a16="http://schemas.microsoft.com/office/drawing/2014/main" id="{53635EE4-8889-4FF5-9D86-0D43549AAF47}"/>
              </a:ext>
            </a:extLst>
          </p:cNvPr>
          <p:cNvSpPr>
            <a:spLocks xmlns:a="http://schemas.openxmlformats.org/drawingml/2006/main" noGrp="1"/>
          </p:cNvSpPr>
          <p:nvPr/>
        </p:nvSpPr>
        <p:spPr>
          <a:xfrm xmlns:a="http://schemas.openxmlformats.org/drawingml/2006/main">
            <a:off x="7096125" y="1857375"/>
            <a:ext cx="4572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42C3C"/>
                </a:solidFill>
                <a:latin typeface="Helvetica Neue"/>
                <a:ea typeface="Helvetica Neue"/>
                <a:cs typeface="Helvetica Neue"/>
              </a:defRPr>
            </a:defPPr>
          </a:lstStyle>
          <a:p xmlns:a="http://schemas.openxmlformats.org/drawingml/2006/main">
            <a:pPr>
              <a:buNone/>
              <a:defRPr sz="2175" b="1">
                <a:solidFill>
                  <a:srgbClr val="142C3C"/>
                </a:solidFill>
                <a:latin typeface="Helvetica Neue"/>
                <a:ea typeface="Helvetica Neue"/>
                <a:cs typeface="Helvetica Neue"/>
              </a:defRPr>
            </a:pPr>
            <a:r>
              <a:rPr sz="2175" b="1">
                <a:solidFill>
                  <a:srgbClr val="142C3C"/>
                </a:solidFill>
                <a:latin typeface="Helvetica Neue"/>
                <a:ea typeface="Helvetica Neue"/>
                <a:cs typeface="Helvetica Neue"/>
              </a:rPr>
              <a:t>Validate and merge</a:t>
            </a:r>
          </a:p>
        </p:txBody>
      </p:sp>
      <p:sp>
        <p:nvSpPr>
          <p:cNvPr id="14" name="step-desc-3">
            <a:extLst xmlns:a="http://schemas.openxmlformats.org/drawingml/2006/main">
              <a:ext uri="{FF2B5EF4-FFF2-40B4-BE49-F238E27FC236}">
                <a16:creationId xmlns:a16="http://schemas.microsoft.com/office/drawing/2014/main" id="{90A6FA7F-23EC-4E1A-9073-FDC2F265FC27}"/>
              </a:ext>
            </a:extLst>
          </p:cNvPr>
          <p:cNvSpPr>
            <a:spLocks xmlns:a="http://schemas.openxmlformats.org/drawingml/2006/main" noGrp="1"/>
          </p:cNvSpPr>
          <p:nvPr/>
        </p:nvSpPr>
        <p:spPr>
          <a:xfrm xmlns:a="http://schemas.openxmlformats.org/drawingml/2006/main">
            <a:off x="7096125" y="2305050"/>
            <a:ext cx="4429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16775"/>
                </a:solidFill>
                <a:latin typeface="Helvetica Neue"/>
                <a:ea typeface="Helvetica Neue"/>
                <a:cs typeface="Helvetica Neue"/>
              </a:defRPr>
            </a:defPPr>
          </a:lstStyle>
          <a:p xmlns:a="http://schemas.openxmlformats.org/drawingml/2006/main">
            <a:pPr>
              <a:buNone/>
              <a:defRPr sz="1875" b="0">
                <a:solidFill>
                  <a:srgbClr val="516775"/>
                </a:solidFill>
                <a:latin typeface="Helvetica Neue"/>
                <a:ea typeface="Helvetica Neue"/>
                <a:cs typeface="Helvetica Neue"/>
              </a:defRPr>
            </a:pPr>
            <a:r>
              <a:rPr sz="1875" b="0">
                <a:solidFill>
                  <a:srgbClr val="516775"/>
                </a:solidFill>
                <a:latin typeface="Helvetica Neue"/>
                <a:ea typeface="Helvetica Neue"/>
                <a:cs typeface="Helvetica Neue"/>
              </a:rPr>
              <a:t>Check the combined candidate before acceptance</a:t>
            </a:r>
          </a:p>
        </p:txBody>
      </p:sp>
      <p:sp>
        <p:nvSpPr>
          <p:cNvPr id="15" name="step-4">
            <a:extLst xmlns:a="http://schemas.openxmlformats.org/drawingml/2006/main">
              <a:ext uri="{FF2B5EF4-FFF2-40B4-BE49-F238E27FC236}">
                <a16:creationId xmlns:a16="http://schemas.microsoft.com/office/drawing/2014/main" id="{33708E33-16B1-465F-A261-CCDD38D63815}"/>
              </a:ext>
            </a:extLst>
          </p:cNvPr>
          <p:cNvSpPr>
            <a:spLocks xmlns:a="http://schemas.openxmlformats.org/drawingml/2006/main" noGrp="1"/>
          </p:cNvSpPr>
          <p:nvPr/>
        </p:nvSpPr>
        <p:spPr>
          <a:xfrm xmlns:a="http://schemas.openxmlformats.org/drawingml/2006/main">
            <a:off x="6477000" y="32194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007F7A"/>
                </a:solidFill>
                <a:latin typeface="Helvetica Neue"/>
                <a:ea typeface="Helvetica Neue"/>
                <a:cs typeface="Helvetica Neue"/>
              </a:defRPr>
            </a:defPPr>
          </a:lstStyle>
          <a:p xmlns:a="http://schemas.openxmlformats.org/drawingml/2006/main">
            <a:pPr>
              <a:buNone/>
              <a:defRPr sz="2400" b="1">
                <a:solidFill>
                  <a:srgbClr val="007F7A"/>
                </a:solidFill>
                <a:latin typeface="Helvetica Neue"/>
                <a:ea typeface="Helvetica Neue"/>
                <a:cs typeface="Helvetica Neue"/>
              </a:defRPr>
            </a:pPr>
            <a:r>
              <a:rPr sz="2400" b="1">
                <a:solidFill>
                  <a:srgbClr val="007F7A"/>
                </a:solidFill>
                <a:latin typeface="Helvetica Neue"/>
                <a:ea typeface="Helvetica Neue"/>
                <a:cs typeface="Helvetica Neue"/>
              </a:rPr>
              <a:t>5</a:t>
            </a:r>
          </a:p>
        </p:txBody>
      </p:sp>
      <p:sp>
        <p:nvSpPr>
          <p:cNvPr id="16" name="step-title-4">
            <a:extLst xmlns:a="http://schemas.openxmlformats.org/drawingml/2006/main">
              <a:ext uri="{FF2B5EF4-FFF2-40B4-BE49-F238E27FC236}">
                <a16:creationId xmlns:a16="http://schemas.microsoft.com/office/drawing/2014/main" id="{6EE2E029-A7DF-4335-ACA4-1C8392C55E23}"/>
              </a:ext>
            </a:extLst>
          </p:cNvPr>
          <p:cNvSpPr>
            <a:spLocks xmlns:a="http://schemas.openxmlformats.org/drawingml/2006/main" noGrp="1"/>
          </p:cNvSpPr>
          <p:nvPr/>
        </p:nvSpPr>
        <p:spPr>
          <a:xfrm xmlns:a="http://schemas.openxmlformats.org/drawingml/2006/main">
            <a:off x="7096125" y="3219450"/>
            <a:ext cx="4572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42C3C"/>
                </a:solidFill>
                <a:latin typeface="Helvetica Neue"/>
                <a:ea typeface="Helvetica Neue"/>
                <a:cs typeface="Helvetica Neue"/>
              </a:defRPr>
            </a:defPPr>
          </a:lstStyle>
          <a:p xmlns:a="http://schemas.openxmlformats.org/drawingml/2006/main">
            <a:pPr>
              <a:buNone/>
              <a:defRPr sz="2175" b="1">
                <a:solidFill>
                  <a:srgbClr val="142C3C"/>
                </a:solidFill>
                <a:latin typeface="Helvetica Neue"/>
                <a:ea typeface="Helvetica Neue"/>
                <a:cs typeface="Helvetica Neue"/>
              </a:defRPr>
            </a:pPr>
            <a:r>
              <a:rPr sz="2175" b="1">
                <a:solidFill>
                  <a:srgbClr val="142C3C"/>
                </a:solidFill>
                <a:latin typeface="Helvetica Neue"/>
                <a:ea typeface="Helvetica Neue"/>
                <a:cs typeface="Helvetica Neue"/>
              </a:rPr>
              <a:t>Qualify the release</a:t>
            </a:r>
          </a:p>
        </p:txBody>
      </p:sp>
      <p:sp>
        <p:nvSpPr>
          <p:cNvPr id="17" name="step-desc-4">
            <a:extLst xmlns:a="http://schemas.openxmlformats.org/drawingml/2006/main">
              <a:ext uri="{FF2B5EF4-FFF2-40B4-BE49-F238E27FC236}">
                <a16:creationId xmlns:a16="http://schemas.microsoft.com/office/drawing/2014/main" id="{888C6CF6-3AF0-4498-97B7-00E44F29C03A}"/>
              </a:ext>
            </a:extLst>
          </p:cNvPr>
          <p:cNvSpPr>
            <a:spLocks xmlns:a="http://schemas.openxmlformats.org/drawingml/2006/main" noGrp="1"/>
          </p:cNvSpPr>
          <p:nvPr/>
        </p:nvSpPr>
        <p:spPr>
          <a:xfrm xmlns:a="http://schemas.openxmlformats.org/drawingml/2006/main">
            <a:off x="7096125" y="3667125"/>
            <a:ext cx="4429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16775"/>
                </a:solidFill>
                <a:latin typeface="Helvetica Neue"/>
                <a:ea typeface="Helvetica Neue"/>
                <a:cs typeface="Helvetica Neue"/>
              </a:defRPr>
            </a:defPPr>
          </a:lstStyle>
          <a:p xmlns:a="http://schemas.openxmlformats.org/drawingml/2006/main">
            <a:pPr>
              <a:buNone/>
              <a:defRPr sz="1875" b="0">
                <a:solidFill>
                  <a:srgbClr val="516775"/>
                </a:solidFill>
                <a:latin typeface="Helvetica Neue"/>
                <a:ea typeface="Helvetica Neue"/>
                <a:cs typeface="Helvetica Neue"/>
              </a:defRPr>
            </a:pPr>
            <a:r>
              <a:rPr sz="1875" b="0">
                <a:solidFill>
                  <a:srgbClr val="516775"/>
                </a:solidFill>
                <a:latin typeface="Helvetica Neue"/>
                <a:ea typeface="Helvetica Neue"/>
                <a:cs typeface="Helvetica Neue"/>
              </a:rPr>
              <a:t>Build once and test the exact archive</a:t>
            </a:r>
          </a:p>
        </p:txBody>
      </p:sp>
      <p:sp>
        <p:nvSpPr>
          <p:cNvPr id="18" name="step-5">
            <a:extLst xmlns:a="http://schemas.openxmlformats.org/drawingml/2006/main">
              <a:ext uri="{FF2B5EF4-FFF2-40B4-BE49-F238E27FC236}">
                <a16:creationId xmlns:a16="http://schemas.microsoft.com/office/drawing/2014/main" id="{F24D9C89-E9C4-4E65-A2A4-25E4F0C46971}"/>
              </a:ext>
            </a:extLst>
          </p:cNvPr>
          <p:cNvSpPr>
            <a:spLocks xmlns:a="http://schemas.openxmlformats.org/drawingml/2006/main" noGrp="1"/>
          </p:cNvSpPr>
          <p:nvPr/>
        </p:nvSpPr>
        <p:spPr>
          <a:xfrm xmlns:a="http://schemas.openxmlformats.org/drawingml/2006/main">
            <a:off x="6477000" y="4581525"/>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007F7A"/>
                </a:solidFill>
                <a:latin typeface="Helvetica Neue"/>
                <a:ea typeface="Helvetica Neue"/>
                <a:cs typeface="Helvetica Neue"/>
              </a:defRPr>
            </a:defPPr>
          </a:lstStyle>
          <a:p xmlns:a="http://schemas.openxmlformats.org/drawingml/2006/main">
            <a:pPr>
              <a:buNone/>
              <a:defRPr sz="2400" b="1">
                <a:solidFill>
                  <a:srgbClr val="007F7A"/>
                </a:solidFill>
                <a:latin typeface="Helvetica Neue"/>
                <a:ea typeface="Helvetica Neue"/>
                <a:cs typeface="Helvetica Neue"/>
              </a:defRPr>
            </a:pPr>
            <a:r>
              <a:rPr sz="2400" b="1">
                <a:solidFill>
                  <a:srgbClr val="007F7A"/>
                </a:solidFill>
                <a:latin typeface="Helvetica Neue"/>
                <a:ea typeface="Helvetica Neue"/>
                <a:cs typeface="Helvetica Neue"/>
              </a:rPr>
              <a:t>6</a:t>
            </a:r>
          </a:p>
        </p:txBody>
      </p:sp>
      <p:sp>
        <p:nvSpPr>
          <p:cNvPr id="19" name="step-title-5">
            <a:extLst xmlns:a="http://schemas.openxmlformats.org/drawingml/2006/main">
              <a:ext uri="{FF2B5EF4-FFF2-40B4-BE49-F238E27FC236}">
                <a16:creationId xmlns:a16="http://schemas.microsoft.com/office/drawing/2014/main" id="{EA3D97F8-9D8C-4449-BC64-2C1C735F2B43}"/>
              </a:ext>
            </a:extLst>
          </p:cNvPr>
          <p:cNvSpPr>
            <a:spLocks xmlns:a="http://schemas.openxmlformats.org/drawingml/2006/main" noGrp="1"/>
          </p:cNvSpPr>
          <p:nvPr/>
        </p:nvSpPr>
        <p:spPr>
          <a:xfrm xmlns:a="http://schemas.openxmlformats.org/drawingml/2006/main">
            <a:off x="7096125" y="4581525"/>
            <a:ext cx="4572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42C3C"/>
                </a:solidFill>
                <a:latin typeface="Helvetica Neue"/>
                <a:ea typeface="Helvetica Neue"/>
                <a:cs typeface="Helvetica Neue"/>
              </a:defRPr>
            </a:defPPr>
          </a:lstStyle>
          <a:p xmlns:a="http://schemas.openxmlformats.org/drawingml/2006/main">
            <a:pPr>
              <a:buNone/>
              <a:defRPr sz="2175" b="1">
                <a:solidFill>
                  <a:srgbClr val="142C3C"/>
                </a:solidFill>
                <a:latin typeface="Helvetica Neue"/>
                <a:ea typeface="Helvetica Neue"/>
                <a:cs typeface="Helvetica Neue"/>
              </a:defRPr>
            </a:pPr>
            <a:r>
              <a:rPr sz="2175" b="1">
                <a:solidFill>
                  <a:srgbClr val="142C3C"/>
                </a:solidFill>
                <a:latin typeface="Helvetica Neue"/>
                <a:ea typeface="Helvetica Neue"/>
                <a:cs typeface="Helvetica Neue"/>
              </a:rPr>
              <a:t>Promote and verify</a:t>
            </a:r>
          </a:p>
        </p:txBody>
      </p:sp>
      <p:sp>
        <p:nvSpPr>
          <p:cNvPr id="20" name="step-desc-5">
            <a:extLst xmlns:a="http://schemas.openxmlformats.org/drawingml/2006/main">
              <a:ext uri="{FF2B5EF4-FFF2-40B4-BE49-F238E27FC236}">
                <a16:creationId xmlns:a16="http://schemas.microsoft.com/office/drawing/2014/main" id="{22137022-0098-4AF8-BC5D-81585E5CA05E}"/>
              </a:ext>
            </a:extLst>
          </p:cNvPr>
          <p:cNvSpPr>
            <a:spLocks xmlns:a="http://schemas.openxmlformats.org/drawingml/2006/main" noGrp="1"/>
          </p:cNvSpPr>
          <p:nvPr/>
        </p:nvSpPr>
        <p:spPr>
          <a:xfrm xmlns:a="http://schemas.openxmlformats.org/drawingml/2006/main">
            <a:off x="7096125" y="5029200"/>
            <a:ext cx="4429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16775"/>
                </a:solidFill>
                <a:latin typeface="Helvetica Neue"/>
                <a:ea typeface="Helvetica Neue"/>
                <a:cs typeface="Helvetica Neue"/>
              </a:defRPr>
            </a:defPPr>
          </a:lstStyle>
          <a:p xmlns:a="http://schemas.openxmlformats.org/drawingml/2006/main">
            <a:pPr>
              <a:buNone/>
              <a:defRPr sz="1875" b="0">
                <a:solidFill>
                  <a:srgbClr val="516775"/>
                </a:solidFill>
                <a:latin typeface="Helvetica Neue"/>
                <a:ea typeface="Helvetica Neue"/>
                <a:cs typeface="Helvetica Neue"/>
              </a:defRPr>
            </a:pPr>
            <a:r>
              <a:rPr sz="1875" b="0">
                <a:solidFill>
                  <a:srgbClr val="516775"/>
                </a:solidFill>
                <a:latin typeface="Helvetica Neue"/>
                <a:ea typeface="Helvetica Neue"/>
                <a:cs typeface="Helvetica Neue"/>
              </a:rPr>
              <a:t>Deploy those bytes and confirm retained history</a:t>
            </a:r>
          </a:p>
        </p:txBody>
      </p:sp>
    </p:spTree>
    <p:extLst>
      <p:ext uri="{BB962C8B-B14F-4D97-AF65-F5344CB8AC3E}">
        <p14:creationId xmlns:p14="http://schemas.microsoft.com/office/powerpoint/2010/main" val="677847149"/>
      </p:ext>
    </p:extLst>
  </p:cSld>
</p:sld>
</file>

<file path=ppt/slides/slide5.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9DD879BF-EAEA-47BF-B2AD-B51F5DBE887A}"/>
              </a:ext>
            </a:extLst>
          </p:cNvPr>
          <p:cNvSpPr>
            <a:spLocks xmlns:a="http://schemas.openxmlformats.org/drawingml/2006/main" noGrp="1"/>
          </p:cNvSpPr>
          <p:nvPr/>
        </p:nvSpPr>
        <p:spPr>
          <a:xfrm xmlns:a="http://schemas.openxmlformats.org/drawingml/2006/main">
            <a:off x="723900" y="52387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42C3C"/>
                </a:solidFill>
                <a:latin typeface="Helvetica Neue"/>
                <a:ea typeface="Helvetica Neue"/>
                <a:cs typeface="Helvetica Neue"/>
              </a:defRPr>
            </a:defPPr>
          </a:lstStyle>
          <a:p xmlns:a="http://schemas.openxmlformats.org/drawingml/2006/main">
            <a:pPr>
              <a:buNone/>
              <a:defRPr sz="3300" b="1">
                <a:solidFill>
                  <a:srgbClr val="142C3C"/>
                </a:solidFill>
                <a:latin typeface="Helvetica Neue"/>
                <a:ea typeface="Helvetica Neue"/>
                <a:cs typeface="Helvetica Neue"/>
              </a:defRPr>
            </a:pPr>
            <a:r>
              <a:rPr sz="3300" b="1">
                <a:solidFill>
                  <a:srgbClr val="142C3C"/>
                </a:solidFill>
                <a:latin typeface="Helvetica Neue"/>
                <a:ea typeface="Helvetica Neue"/>
                <a:cs typeface="Helvetica Neue"/>
              </a:rPr>
              <a:t>Everyday demonstration scenarios</a:t>
            </a:r>
          </a:p>
        </p:txBody>
      </p:sp>
      <p:sp>
        <p:nvSpPr>
          <p:cNvPr id="2" name="page">
            <a:extLst xmlns:a="http://schemas.openxmlformats.org/drawingml/2006/main">
              <a:ext uri="{FF2B5EF4-FFF2-40B4-BE49-F238E27FC236}">
                <a16:creationId xmlns:a16="http://schemas.microsoft.com/office/drawing/2014/main" id="{6BD273C4-A02D-44D7-998F-72FA48448C33}"/>
              </a:ext>
            </a:extLst>
          </p:cNvPr>
          <p:cNvSpPr>
            <a:spLocks xmlns:a="http://schemas.openxmlformats.org/drawingml/2006/main" noGrp="1"/>
          </p:cNvSpPr>
          <p:nvPr/>
        </p:nvSpPr>
        <p:spPr>
          <a:xfrm xmlns:a="http://schemas.openxmlformats.org/drawingml/2006/main">
            <a:off x="11096625" y="63341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16775"/>
                </a:solidFill>
                <a:latin typeface="Helvetica Neue"/>
                <a:ea typeface="Helvetica Neue"/>
                <a:cs typeface="Helvetica Neue"/>
              </a:defRPr>
            </a:defPPr>
          </a:lstStyle>
          <a:p xmlns:a="http://schemas.openxmlformats.org/drawingml/2006/main">
            <a:pPr>
              <a:buNone/>
              <a:defRPr sz="1350" b="0">
                <a:solidFill>
                  <a:srgbClr val="516775"/>
                </a:solidFill>
                <a:latin typeface="Helvetica Neue"/>
                <a:ea typeface="Helvetica Neue"/>
                <a:cs typeface="Helvetica Neue"/>
              </a:defRPr>
            </a:pPr>
            <a:r>
              <a:rPr sz="1350" b="0">
                <a:solidFill>
                  <a:srgbClr val="516775"/>
                </a:solidFill>
                <a:latin typeface="Helvetica Neue"/>
                <a:ea typeface="Helvetica Neue"/>
                <a:cs typeface="Helvetica Neue"/>
              </a:rPr>
              <a:t>05</a:t>
            </a:r>
          </a:p>
        </p:txBody>
      </p:sp>
      <p:sp>
        <p:nvSpPr>
          <p:cNvPr id="3" name="number-01">
            <a:extLst xmlns:a="http://schemas.openxmlformats.org/drawingml/2006/main">
              <a:ext uri="{FF2B5EF4-FFF2-40B4-BE49-F238E27FC236}">
                <a16:creationId xmlns:a16="http://schemas.microsoft.com/office/drawing/2014/main" id="{83428AA4-A3CE-4658-AEB3-C3711F80406E}"/>
              </a:ext>
            </a:extLst>
          </p:cNvPr>
          <p:cNvSpPr>
            <a:spLocks xmlns:a="http://schemas.openxmlformats.org/drawingml/2006/main" noGrp="1"/>
          </p:cNvSpPr>
          <p:nvPr/>
        </p:nvSpPr>
        <p:spPr>
          <a:xfrm xmlns:a="http://schemas.openxmlformats.org/drawingml/2006/main">
            <a:off x="742950" y="176212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007F7A"/>
                </a:solidFill>
                <a:latin typeface="Helvetica Neue"/>
                <a:ea typeface="Helvetica Neue"/>
                <a:cs typeface="Helvetica Neue"/>
              </a:defRPr>
            </a:defPPr>
          </a:lstStyle>
          <a:p xmlns:a="http://schemas.openxmlformats.org/drawingml/2006/main">
            <a:pPr>
              <a:buNone/>
              <a:defRPr sz="2550" b="1">
                <a:solidFill>
                  <a:srgbClr val="007F7A"/>
                </a:solidFill>
                <a:latin typeface="Helvetica Neue"/>
                <a:ea typeface="Helvetica Neue"/>
                <a:cs typeface="Helvetica Neue"/>
              </a:defRPr>
            </a:pPr>
            <a:r>
              <a:rPr sz="2550" b="1">
                <a:solidFill>
                  <a:srgbClr val="007F7A"/>
                </a:solidFill>
                <a:latin typeface="Helvetica Neue"/>
                <a:ea typeface="Helvetica Neue"/>
                <a:cs typeface="Helvetica Neue"/>
              </a:rPr>
              <a:t>01</a:t>
            </a:r>
          </a:p>
        </p:txBody>
      </p:sp>
      <p:sp>
        <p:nvSpPr>
          <p:cNvPr id="4" name="heading-01">
            <a:extLst xmlns:a="http://schemas.openxmlformats.org/drawingml/2006/main">
              <a:ext uri="{FF2B5EF4-FFF2-40B4-BE49-F238E27FC236}">
                <a16:creationId xmlns:a16="http://schemas.microsoft.com/office/drawing/2014/main" id="{963C7867-0525-4890-9D98-138EAC639E3B}"/>
              </a:ext>
            </a:extLst>
          </p:cNvPr>
          <p:cNvSpPr>
            <a:spLocks xmlns:a="http://schemas.openxmlformats.org/drawingml/2006/main" noGrp="1"/>
          </p:cNvSpPr>
          <p:nvPr/>
        </p:nvSpPr>
        <p:spPr>
          <a:xfrm xmlns:a="http://schemas.openxmlformats.org/drawingml/2006/main">
            <a:off x="1562100" y="1762125"/>
            <a:ext cx="9858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42C3C"/>
                </a:solidFill>
                <a:latin typeface="Helvetica Neue"/>
                <a:ea typeface="Helvetica Neue"/>
                <a:cs typeface="Helvetica Neue"/>
              </a:defRPr>
            </a:defPPr>
          </a:lstStyle>
          <a:p xmlns:a="http://schemas.openxmlformats.org/drawingml/2006/main">
            <a:pPr>
              <a:buNone/>
              <a:defRPr sz="2325" b="1">
                <a:solidFill>
                  <a:srgbClr val="142C3C"/>
                </a:solidFill>
                <a:latin typeface="Helvetica Neue"/>
                <a:ea typeface="Helvetica Neue"/>
                <a:cs typeface="Helvetica Neue"/>
              </a:defRPr>
            </a:pPr>
            <a:r>
              <a:rPr sz="2325" b="1">
                <a:solidFill>
                  <a:srgbClr val="142C3C"/>
                </a:solidFill>
                <a:latin typeface="Helvetica Neue"/>
                <a:ea typeface="Helvetica Neue"/>
                <a:cs typeface="Helvetica Neue"/>
              </a:rPr>
              <a:t>Build the system together</a:t>
            </a:r>
          </a:p>
        </p:txBody>
      </p:sp>
      <p:sp>
        <p:nvSpPr>
          <p:cNvPr id="5" name="body-01">
            <a:extLst xmlns:a="http://schemas.openxmlformats.org/drawingml/2006/main">
              <a:ext uri="{FF2B5EF4-FFF2-40B4-BE49-F238E27FC236}">
                <a16:creationId xmlns:a16="http://schemas.microsoft.com/office/drawing/2014/main" id="{497CBA3C-9409-4911-8FE0-17F4CDC45F1E}"/>
              </a:ext>
            </a:extLst>
          </p:cNvPr>
          <p:cNvSpPr>
            <a:spLocks xmlns:a="http://schemas.openxmlformats.org/drawingml/2006/main" noGrp="1"/>
          </p:cNvSpPr>
          <p:nvPr/>
        </p:nvSpPr>
        <p:spPr>
          <a:xfrm xmlns:a="http://schemas.openxmlformats.org/drawingml/2006/main">
            <a:off x="1562100" y="2219325"/>
            <a:ext cx="9667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16775"/>
                </a:solidFill>
                <a:latin typeface="Helvetica Neue"/>
                <a:ea typeface="Helvetica Neue"/>
                <a:cs typeface="Helvetica Neue"/>
              </a:defRPr>
            </a:defPPr>
          </a:lstStyle>
          <a:p xmlns:a="http://schemas.openxmlformats.org/drawingml/2006/main">
            <a:pPr>
              <a:buNone/>
              <a:defRPr sz="2025" b="0">
                <a:solidFill>
                  <a:srgbClr val="516775"/>
                </a:solidFill>
                <a:latin typeface="Helvetica Neue"/>
                <a:ea typeface="Helvetica Neue"/>
                <a:cs typeface="Helvetica Neue"/>
              </a:defRPr>
            </a:pPr>
            <a:r>
              <a:rPr sz="2025" b="0">
                <a:solidFill>
                  <a:srgbClr val="516775"/>
                </a:solidFill>
                <a:latin typeface="Helvetica Neue"/>
                <a:ea typeface="Helvetica Neue"/>
                <a:cs typeface="Helvetica Neue"/>
              </a:rPr>
              <a:t>A establishes Foundation, then B and C deliver their own components</a:t>
            </a:r>
          </a:p>
        </p:txBody>
      </p:sp>
      <p:sp>
        <p:nvSpPr>
          <p:cNvPr id="6" name="number-02">
            <a:extLst xmlns:a="http://schemas.openxmlformats.org/drawingml/2006/main">
              <a:ext uri="{FF2B5EF4-FFF2-40B4-BE49-F238E27FC236}">
                <a16:creationId xmlns:a16="http://schemas.microsoft.com/office/drawing/2014/main" id="{1F9F2671-AD38-4E93-86EF-2411071CF4E4}"/>
              </a:ext>
            </a:extLst>
          </p:cNvPr>
          <p:cNvSpPr>
            <a:spLocks xmlns:a="http://schemas.openxmlformats.org/drawingml/2006/main" noGrp="1"/>
          </p:cNvSpPr>
          <p:nvPr/>
        </p:nvSpPr>
        <p:spPr>
          <a:xfrm xmlns:a="http://schemas.openxmlformats.org/drawingml/2006/main">
            <a:off x="742950" y="3143250"/>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007F7A"/>
                </a:solidFill>
                <a:latin typeface="Helvetica Neue"/>
                <a:ea typeface="Helvetica Neue"/>
                <a:cs typeface="Helvetica Neue"/>
              </a:defRPr>
            </a:defPPr>
          </a:lstStyle>
          <a:p xmlns:a="http://schemas.openxmlformats.org/drawingml/2006/main">
            <a:pPr>
              <a:buNone/>
              <a:defRPr sz="2550" b="1">
                <a:solidFill>
                  <a:srgbClr val="007F7A"/>
                </a:solidFill>
                <a:latin typeface="Helvetica Neue"/>
                <a:ea typeface="Helvetica Neue"/>
                <a:cs typeface="Helvetica Neue"/>
              </a:defRPr>
            </a:pPr>
            <a:r>
              <a:rPr sz="2550" b="1">
                <a:solidFill>
                  <a:srgbClr val="007F7A"/>
                </a:solidFill>
                <a:latin typeface="Helvetica Neue"/>
                <a:ea typeface="Helvetica Neue"/>
                <a:cs typeface="Helvetica Neue"/>
              </a:rPr>
              <a:t>02</a:t>
            </a:r>
          </a:p>
        </p:txBody>
      </p:sp>
      <p:sp>
        <p:nvSpPr>
          <p:cNvPr id="7" name="heading-02">
            <a:extLst xmlns:a="http://schemas.openxmlformats.org/drawingml/2006/main">
              <a:ext uri="{FF2B5EF4-FFF2-40B4-BE49-F238E27FC236}">
                <a16:creationId xmlns:a16="http://schemas.microsoft.com/office/drawing/2014/main" id="{19F6E084-31BC-4A77-B670-02A36A311734}"/>
              </a:ext>
            </a:extLst>
          </p:cNvPr>
          <p:cNvSpPr>
            <a:spLocks xmlns:a="http://schemas.openxmlformats.org/drawingml/2006/main" noGrp="1"/>
          </p:cNvSpPr>
          <p:nvPr/>
        </p:nvSpPr>
        <p:spPr>
          <a:xfrm xmlns:a="http://schemas.openxmlformats.org/drawingml/2006/main">
            <a:off x="1562100" y="3143250"/>
            <a:ext cx="9858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42C3C"/>
                </a:solidFill>
                <a:latin typeface="Helvetica Neue"/>
                <a:ea typeface="Helvetica Neue"/>
                <a:cs typeface="Helvetica Neue"/>
              </a:defRPr>
            </a:defPPr>
          </a:lstStyle>
          <a:p xmlns:a="http://schemas.openxmlformats.org/drawingml/2006/main">
            <a:pPr>
              <a:buNone/>
              <a:defRPr sz="2325" b="1">
                <a:solidFill>
                  <a:srgbClr val="142C3C"/>
                </a:solidFill>
                <a:latin typeface="Helvetica Neue"/>
                <a:ea typeface="Helvetica Neue"/>
                <a:cs typeface="Helvetica Neue"/>
              </a:defRPr>
            </a:pPr>
            <a:r>
              <a:rPr sz="2325" b="1">
                <a:solidFill>
                  <a:srgbClr val="142C3C"/>
                </a:solidFill>
                <a:latin typeface="Helvetica Neue"/>
                <a:ea typeface="Helvetica Neue"/>
                <a:cs typeface="Helvetica Neue"/>
              </a:rPr>
              <a:t>Use the greeting application</a:t>
            </a:r>
          </a:p>
        </p:txBody>
      </p:sp>
      <p:sp>
        <p:nvSpPr>
          <p:cNvPr id="8" name="body-02">
            <a:extLst xmlns:a="http://schemas.openxmlformats.org/drawingml/2006/main">
              <a:ext uri="{FF2B5EF4-FFF2-40B4-BE49-F238E27FC236}">
                <a16:creationId xmlns:a16="http://schemas.microsoft.com/office/drawing/2014/main" id="{999F45D6-0393-4856-880D-B8E6D73955A2}"/>
              </a:ext>
            </a:extLst>
          </p:cNvPr>
          <p:cNvSpPr>
            <a:spLocks xmlns:a="http://schemas.openxmlformats.org/drawingml/2006/main" noGrp="1"/>
          </p:cNvSpPr>
          <p:nvPr/>
        </p:nvSpPr>
        <p:spPr>
          <a:xfrm xmlns:a="http://schemas.openxmlformats.org/drawingml/2006/main">
            <a:off x="1562100" y="3600450"/>
            <a:ext cx="9667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16775"/>
                </a:solidFill>
                <a:latin typeface="Helvetica Neue"/>
                <a:ea typeface="Helvetica Neue"/>
                <a:cs typeface="Helvetica Neue"/>
              </a:defRPr>
            </a:defPPr>
          </a:lstStyle>
          <a:p xmlns:a="http://schemas.openxmlformats.org/drawingml/2006/main">
            <a:pPr>
              <a:buNone/>
              <a:defRPr sz="2025" b="0">
                <a:solidFill>
                  <a:srgbClr val="516775"/>
                </a:solidFill>
                <a:latin typeface="Helvetica Neue"/>
                <a:ea typeface="Helvetica Neue"/>
                <a:cs typeface="Helvetica Neue"/>
              </a:defRPr>
            </a:pPr>
            <a:r>
              <a:rPr sz="2025" b="0">
                <a:solidFill>
                  <a:srgbClr val="516775"/>
                </a:solidFill>
                <a:latin typeface="Helvetica Neue"/>
                <a:ea typeface="Helvetica Neue"/>
                <a:cs typeface="Helvetica Neue"/>
              </a:rPr>
              <a:t>Change configuration and confirm that earlier history stays unchanged</a:t>
            </a:r>
          </a:p>
        </p:txBody>
      </p:sp>
      <p:sp>
        <p:nvSpPr>
          <p:cNvPr id="9" name="number-03">
            <a:extLst xmlns:a="http://schemas.openxmlformats.org/drawingml/2006/main">
              <a:ext uri="{FF2B5EF4-FFF2-40B4-BE49-F238E27FC236}">
                <a16:creationId xmlns:a16="http://schemas.microsoft.com/office/drawing/2014/main" id="{8534CB10-2320-49DA-9480-C5DCF1B0811D}"/>
              </a:ext>
            </a:extLst>
          </p:cNvPr>
          <p:cNvSpPr>
            <a:spLocks xmlns:a="http://schemas.openxmlformats.org/drawingml/2006/main" noGrp="1"/>
          </p:cNvSpPr>
          <p:nvPr/>
        </p:nvSpPr>
        <p:spPr>
          <a:xfrm xmlns:a="http://schemas.openxmlformats.org/drawingml/2006/main">
            <a:off x="742950" y="452437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007F7A"/>
                </a:solidFill>
                <a:latin typeface="Helvetica Neue"/>
                <a:ea typeface="Helvetica Neue"/>
                <a:cs typeface="Helvetica Neue"/>
              </a:defRPr>
            </a:defPPr>
          </a:lstStyle>
          <a:p xmlns:a="http://schemas.openxmlformats.org/drawingml/2006/main">
            <a:pPr>
              <a:buNone/>
              <a:defRPr sz="2550" b="1">
                <a:solidFill>
                  <a:srgbClr val="007F7A"/>
                </a:solidFill>
                <a:latin typeface="Helvetica Neue"/>
                <a:ea typeface="Helvetica Neue"/>
                <a:cs typeface="Helvetica Neue"/>
              </a:defRPr>
            </a:pPr>
            <a:r>
              <a:rPr sz="2550" b="1">
                <a:solidFill>
                  <a:srgbClr val="007F7A"/>
                </a:solidFill>
                <a:latin typeface="Helvetica Neue"/>
                <a:ea typeface="Helvetica Neue"/>
                <a:cs typeface="Helvetica Neue"/>
              </a:rPr>
              <a:t>03</a:t>
            </a:r>
          </a:p>
        </p:txBody>
      </p:sp>
      <p:sp>
        <p:nvSpPr>
          <p:cNvPr id="10" name="heading-03">
            <a:extLst xmlns:a="http://schemas.openxmlformats.org/drawingml/2006/main">
              <a:ext uri="{FF2B5EF4-FFF2-40B4-BE49-F238E27FC236}">
                <a16:creationId xmlns:a16="http://schemas.microsoft.com/office/drawing/2014/main" id="{CF6DA8BA-D11A-41D1-97BF-DA373D86D884}"/>
              </a:ext>
            </a:extLst>
          </p:cNvPr>
          <p:cNvSpPr>
            <a:spLocks xmlns:a="http://schemas.openxmlformats.org/drawingml/2006/main" noGrp="1"/>
          </p:cNvSpPr>
          <p:nvPr/>
        </p:nvSpPr>
        <p:spPr>
          <a:xfrm xmlns:a="http://schemas.openxmlformats.org/drawingml/2006/main">
            <a:off x="1562100" y="4524375"/>
            <a:ext cx="9858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42C3C"/>
                </a:solidFill>
                <a:latin typeface="Helvetica Neue"/>
                <a:ea typeface="Helvetica Neue"/>
                <a:cs typeface="Helvetica Neue"/>
              </a:defRPr>
            </a:defPPr>
          </a:lstStyle>
          <a:p xmlns:a="http://schemas.openxmlformats.org/drawingml/2006/main">
            <a:pPr>
              <a:buNone/>
              <a:defRPr sz="2325" b="1">
                <a:solidFill>
                  <a:srgbClr val="142C3C"/>
                </a:solidFill>
                <a:latin typeface="Helvetica Neue"/>
                <a:ea typeface="Helvetica Neue"/>
                <a:cs typeface="Helvetica Neue"/>
              </a:defRPr>
            </a:pPr>
            <a:r>
              <a:rPr sz="2325" b="1">
                <a:solidFill>
                  <a:srgbClr val="142C3C"/>
                </a:solidFill>
                <a:latin typeface="Helvetica Neue"/>
                <a:ea typeface="Helvetica Neue"/>
                <a:cs typeface="Helvetica Neue"/>
              </a:rPr>
              <a:t>Develop in parallel</a:t>
            </a:r>
          </a:p>
        </p:txBody>
      </p:sp>
      <p:sp>
        <p:nvSpPr>
          <p:cNvPr id="11" name="body-03">
            <a:extLst xmlns:a="http://schemas.openxmlformats.org/drawingml/2006/main">
              <a:ext uri="{FF2B5EF4-FFF2-40B4-BE49-F238E27FC236}">
                <a16:creationId xmlns:a16="http://schemas.microsoft.com/office/drawing/2014/main" id="{92F03642-51DE-46F8-9703-9A663FC6DE59}"/>
              </a:ext>
            </a:extLst>
          </p:cNvPr>
          <p:cNvSpPr>
            <a:spLocks xmlns:a="http://schemas.openxmlformats.org/drawingml/2006/main" noGrp="1"/>
          </p:cNvSpPr>
          <p:nvPr/>
        </p:nvSpPr>
        <p:spPr>
          <a:xfrm xmlns:a="http://schemas.openxmlformats.org/drawingml/2006/main">
            <a:off x="1562100" y="4981575"/>
            <a:ext cx="9667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16775"/>
                </a:solidFill>
                <a:latin typeface="Helvetica Neue"/>
                <a:ea typeface="Helvetica Neue"/>
                <a:cs typeface="Helvetica Neue"/>
              </a:defRPr>
            </a:defPPr>
          </a:lstStyle>
          <a:p xmlns:a="http://schemas.openxmlformats.org/drawingml/2006/main">
            <a:pPr>
              <a:buNone/>
              <a:defRPr sz="2025" b="0">
                <a:solidFill>
                  <a:srgbClr val="516775"/>
                </a:solidFill>
                <a:latin typeface="Helvetica Neue"/>
                <a:ea typeface="Helvetica Neue"/>
                <a:cs typeface="Helvetica Neue"/>
              </a:defRPr>
            </a:pPr>
            <a:r>
              <a:rPr sz="2025" b="0">
                <a:solidFill>
                  <a:srgbClr val="516775"/>
                </a:solidFill>
                <a:latin typeface="Helvetica Neue"/>
                <a:ea typeface="Helvetica Neue"/>
                <a:cs typeface="Helvetica Neue"/>
              </a:rPr>
              <a:t>Merge Hello and World changes and show that both survive</a:t>
            </a:r>
          </a:p>
        </p:txBody>
      </p:sp>
    </p:spTree>
    <p:extLst>
      <p:ext uri="{BB962C8B-B14F-4D97-AF65-F5344CB8AC3E}">
        <p14:creationId xmlns:p14="http://schemas.microsoft.com/office/powerpoint/2010/main" val="1589383764"/>
      </p:ext>
    </p:extLst>
  </p:cSld>
</p:sld>
</file>

<file path=ppt/slides/slide6.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A3FED0EF-3D09-47B4-B69D-9393760D845C}"/>
              </a:ext>
            </a:extLst>
          </p:cNvPr>
          <p:cNvSpPr>
            <a:spLocks xmlns:a="http://schemas.openxmlformats.org/drawingml/2006/main" noGrp="1"/>
          </p:cNvSpPr>
          <p:nvPr/>
        </p:nvSpPr>
        <p:spPr>
          <a:xfrm xmlns:a="http://schemas.openxmlformats.org/drawingml/2006/main">
            <a:off x="723900" y="52387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42C3C"/>
                </a:solidFill>
                <a:latin typeface="Helvetica Neue"/>
                <a:ea typeface="Helvetica Neue"/>
                <a:cs typeface="Helvetica Neue"/>
              </a:defRPr>
            </a:defPPr>
          </a:lstStyle>
          <a:p xmlns:a="http://schemas.openxmlformats.org/drawingml/2006/main">
            <a:pPr>
              <a:buNone/>
              <a:defRPr sz="3300" b="1">
                <a:solidFill>
                  <a:srgbClr val="142C3C"/>
                </a:solidFill>
                <a:latin typeface="Helvetica Neue"/>
                <a:ea typeface="Helvetica Neue"/>
                <a:cs typeface="Helvetica Neue"/>
              </a:defRPr>
            </a:pPr>
            <a:r>
              <a:rPr sz="3300" b="1">
                <a:solidFill>
                  <a:srgbClr val="142C3C"/>
                </a:solidFill>
                <a:latin typeface="Helvetica Neue"/>
                <a:ea typeface="Helvetica Neue"/>
                <a:cs typeface="Helvetica Neue"/>
              </a:rPr>
              <a:t>Protection demonstration scenarios</a:t>
            </a:r>
          </a:p>
        </p:txBody>
      </p:sp>
      <p:sp>
        <p:nvSpPr>
          <p:cNvPr id="2" name="page">
            <a:extLst xmlns:a="http://schemas.openxmlformats.org/drawingml/2006/main">
              <a:ext uri="{FF2B5EF4-FFF2-40B4-BE49-F238E27FC236}">
                <a16:creationId xmlns:a16="http://schemas.microsoft.com/office/drawing/2014/main" id="{FA5E53AC-E431-4DE1-A275-B90154779815}"/>
              </a:ext>
            </a:extLst>
          </p:cNvPr>
          <p:cNvSpPr>
            <a:spLocks xmlns:a="http://schemas.openxmlformats.org/drawingml/2006/main" noGrp="1"/>
          </p:cNvSpPr>
          <p:nvPr/>
        </p:nvSpPr>
        <p:spPr>
          <a:xfrm xmlns:a="http://schemas.openxmlformats.org/drawingml/2006/main">
            <a:off x="11096625" y="63341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16775"/>
                </a:solidFill>
                <a:latin typeface="Helvetica Neue"/>
                <a:ea typeface="Helvetica Neue"/>
                <a:cs typeface="Helvetica Neue"/>
              </a:defRPr>
            </a:defPPr>
          </a:lstStyle>
          <a:p xmlns:a="http://schemas.openxmlformats.org/drawingml/2006/main">
            <a:pPr>
              <a:buNone/>
              <a:defRPr sz="1350" b="0">
                <a:solidFill>
                  <a:srgbClr val="516775"/>
                </a:solidFill>
                <a:latin typeface="Helvetica Neue"/>
                <a:ea typeface="Helvetica Neue"/>
                <a:cs typeface="Helvetica Neue"/>
              </a:defRPr>
            </a:pPr>
            <a:r>
              <a:rPr sz="1350" b="0">
                <a:solidFill>
                  <a:srgbClr val="516775"/>
                </a:solidFill>
                <a:latin typeface="Helvetica Neue"/>
                <a:ea typeface="Helvetica Neue"/>
                <a:cs typeface="Helvetica Neue"/>
              </a:rPr>
              <a:t>06</a:t>
            </a:r>
          </a:p>
        </p:txBody>
      </p:sp>
      <p:sp>
        <p:nvSpPr>
          <p:cNvPr id="3" name="number-04">
            <a:extLst xmlns:a="http://schemas.openxmlformats.org/drawingml/2006/main">
              <a:ext uri="{FF2B5EF4-FFF2-40B4-BE49-F238E27FC236}">
                <a16:creationId xmlns:a16="http://schemas.microsoft.com/office/drawing/2014/main" id="{5FE56685-3128-4AAB-B31E-B1849A3AC653}"/>
              </a:ext>
            </a:extLst>
          </p:cNvPr>
          <p:cNvSpPr>
            <a:spLocks xmlns:a="http://schemas.openxmlformats.org/drawingml/2006/main" noGrp="1"/>
          </p:cNvSpPr>
          <p:nvPr/>
        </p:nvSpPr>
        <p:spPr>
          <a:xfrm xmlns:a="http://schemas.openxmlformats.org/drawingml/2006/main">
            <a:off x="742950" y="176212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007F7A"/>
                </a:solidFill>
                <a:latin typeface="Helvetica Neue"/>
                <a:ea typeface="Helvetica Neue"/>
                <a:cs typeface="Helvetica Neue"/>
              </a:defRPr>
            </a:defPPr>
          </a:lstStyle>
          <a:p xmlns:a="http://schemas.openxmlformats.org/drawingml/2006/main">
            <a:pPr>
              <a:buNone/>
              <a:defRPr sz="2550" b="1">
                <a:solidFill>
                  <a:srgbClr val="007F7A"/>
                </a:solidFill>
                <a:latin typeface="Helvetica Neue"/>
                <a:ea typeface="Helvetica Neue"/>
                <a:cs typeface="Helvetica Neue"/>
              </a:defRPr>
            </a:pPr>
            <a:r>
              <a:rPr sz="2550" b="1">
                <a:solidFill>
                  <a:srgbClr val="007F7A"/>
                </a:solidFill>
                <a:latin typeface="Helvetica Neue"/>
                <a:ea typeface="Helvetica Neue"/>
                <a:cs typeface="Helvetica Neue"/>
              </a:rPr>
              <a:t>04</a:t>
            </a:r>
          </a:p>
        </p:txBody>
      </p:sp>
      <p:sp>
        <p:nvSpPr>
          <p:cNvPr id="4" name="heading-04">
            <a:extLst xmlns:a="http://schemas.openxmlformats.org/drawingml/2006/main">
              <a:ext uri="{FF2B5EF4-FFF2-40B4-BE49-F238E27FC236}">
                <a16:creationId xmlns:a16="http://schemas.microsoft.com/office/drawing/2014/main" id="{1B7C3540-2CD4-4457-AA6A-FC75F56D2118}"/>
              </a:ext>
            </a:extLst>
          </p:cNvPr>
          <p:cNvSpPr>
            <a:spLocks xmlns:a="http://schemas.openxmlformats.org/drawingml/2006/main" noGrp="1"/>
          </p:cNvSpPr>
          <p:nvPr/>
        </p:nvSpPr>
        <p:spPr>
          <a:xfrm xmlns:a="http://schemas.openxmlformats.org/drawingml/2006/main">
            <a:off x="1562100" y="1762125"/>
            <a:ext cx="9858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42C3C"/>
                </a:solidFill>
                <a:latin typeface="Helvetica Neue"/>
                <a:ea typeface="Helvetica Neue"/>
                <a:cs typeface="Helvetica Neue"/>
              </a:defRPr>
            </a:defPPr>
          </a:lstStyle>
          <a:p xmlns:a="http://schemas.openxmlformats.org/drawingml/2006/main">
            <a:pPr>
              <a:buNone/>
              <a:defRPr sz="2325" b="1">
                <a:solidFill>
                  <a:srgbClr val="142C3C"/>
                </a:solidFill>
                <a:latin typeface="Helvetica Neue"/>
                <a:ea typeface="Helvetica Neue"/>
                <a:cs typeface="Helvetica Neue"/>
              </a:defRPr>
            </a:pPr>
            <a:r>
              <a:rPr sz="2325" b="1">
                <a:solidFill>
                  <a:srgbClr val="142C3C"/>
                </a:solidFill>
                <a:latin typeface="Helvetica Neue"/>
                <a:ea typeface="Helvetica Neue"/>
                <a:cs typeface="Helvetica Neue"/>
              </a:rPr>
              <a:t>Reject a conflicting task</a:t>
            </a:r>
          </a:p>
        </p:txBody>
      </p:sp>
      <p:sp>
        <p:nvSpPr>
          <p:cNvPr id="5" name="body-04">
            <a:extLst xmlns:a="http://schemas.openxmlformats.org/drawingml/2006/main">
              <a:ext uri="{FF2B5EF4-FFF2-40B4-BE49-F238E27FC236}">
                <a16:creationId xmlns:a16="http://schemas.microsoft.com/office/drawing/2014/main" id="{8B071A51-9468-44B6-8970-6BFF1846AD5F}"/>
              </a:ext>
            </a:extLst>
          </p:cNvPr>
          <p:cNvSpPr>
            <a:spLocks xmlns:a="http://schemas.openxmlformats.org/drawingml/2006/main" noGrp="1"/>
          </p:cNvSpPr>
          <p:nvPr/>
        </p:nvSpPr>
        <p:spPr>
          <a:xfrm xmlns:a="http://schemas.openxmlformats.org/drawingml/2006/main">
            <a:off x="1562100" y="2219325"/>
            <a:ext cx="9667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16775"/>
                </a:solidFill>
                <a:latin typeface="Helvetica Neue"/>
                <a:ea typeface="Helvetica Neue"/>
                <a:cs typeface="Helvetica Neue"/>
              </a:defRPr>
            </a:defPPr>
          </a:lstStyle>
          <a:p xmlns:a="http://schemas.openxmlformats.org/drawingml/2006/main">
            <a:pPr>
              <a:buNone/>
              <a:defRPr sz="2025" b="0">
                <a:solidFill>
                  <a:srgbClr val="516775"/>
                </a:solidFill>
                <a:latin typeface="Helvetica Neue"/>
                <a:ea typeface="Helvetica Neue"/>
                <a:cs typeface="Helvetica Neue"/>
              </a:defRPr>
            </a:pPr>
            <a:r>
              <a:rPr sz="2025" b="0">
                <a:solidFill>
                  <a:srgbClr val="516775"/>
                </a:solidFill>
                <a:latin typeface="Helvetica Neue"/>
                <a:ea typeface="Helvetica Neue"/>
                <a:cs typeface="Helvetica Neue"/>
              </a:rPr>
              <a:t>B and C request Hello concurrently. Exactly one starts managed editing.</a:t>
            </a:r>
          </a:p>
        </p:txBody>
      </p:sp>
      <p:sp>
        <p:nvSpPr>
          <p:cNvPr id="6" name="number-05">
            <a:extLst xmlns:a="http://schemas.openxmlformats.org/drawingml/2006/main">
              <a:ext uri="{FF2B5EF4-FFF2-40B4-BE49-F238E27FC236}">
                <a16:creationId xmlns:a16="http://schemas.microsoft.com/office/drawing/2014/main" id="{77217F21-1D3D-4AF2-AF0F-ACAB09785F81}"/>
              </a:ext>
            </a:extLst>
          </p:cNvPr>
          <p:cNvSpPr>
            <a:spLocks xmlns:a="http://schemas.openxmlformats.org/drawingml/2006/main" noGrp="1"/>
          </p:cNvSpPr>
          <p:nvPr/>
        </p:nvSpPr>
        <p:spPr>
          <a:xfrm xmlns:a="http://schemas.openxmlformats.org/drawingml/2006/main">
            <a:off x="742950" y="3143250"/>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007F7A"/>
                </a:solidFill>
                <a:latin typeface="Helvetica Neue"/>
                <a:ea typeface="Helvetica Neue"/>
                <a:cs typeface="Helvetica Neue"/>
              </a:defRPr>
            </a:defPPr>
          </a:lstStyle>
          <a:p xmlns:a="http://schemas.openxmlformats.org/drawingml/2006/main">
            <a:pPr>
              <a:buNone/>
              <a:defRPr sz="2550" b="1">
                <a:solidFill>
                  <a:srgbClr val="007F7A"/>
                </a:solidFill>
                <a:latin typeface="Helvetica Neue"/>
                <a:ea typeface="Helvetica Neue"/>
                <a:cs typeface="Helvetica Neue"/>
              </a:defRPr>
            </a:pPr>
            <a:r>
              <a:rPr sz="2550" b="1">
                <a:solidFill>
                  <a:srgbClr val="007F7A"/>
                </a:solidFill>
                <a:latin typeface="Helvetica Neue"/>
                <a:ea typeface="Helvetica Neue"/>
                <a:cs typeface="Helvetica Neue"/>
              </a:rPr>
              <a:t>05</a:t>
            </a:r>
          </a:p>
        </p:txBody>
      </p:sp>
      <p:sp>
        <p:nvSpPr>
          <p:cNvPr id="7" name="heading-05">
            <a:extLst xmlns:a="http://schemas.openxmlformats.org/drawingml/2006/main">
              <a:ext uri="{FF2B5EF4-FFF2-40B4-BE49-F238E27FC236}">
                <a16:creationId xmlns:a16="http://schemas.microsoft.com/office/drawing/2014/main" id="{0C43D598-80F4-464C-A48B-A3CA0A105424}"/>
              </a:ext>
            </a:extLst>
          </p:cNvPr>
          <p:cNvSpPr>
            <a:spLocks xmlns:a="http://schemas.openxmlformats.org/drawingml/2006/main" noGrp="1"/>
          </p:cNvSpPr>
          <p:nvPr/>
        </p:nvSpPr>
        <p:spPr>
          <a:xfrm xmlns:a="http://schemas.openxmlformats.org/drawingml/2006/main">
            <a:off x="1562100" y="3143250"/>
            <a:ext cx="9858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42C3C"/>
                </a:solidFill>
                <a:latin typeface="Helvetica Neue"/>
                <a:ea typeface="Helvetica Neue"/>
                <a:cs typeface="Helvetica Neue"/>
              </a:defRPr>
            </a:defPPr>
          </a:lstStyle>
          <a:p xmlns:a="http://schemas.openxmlformats.org/drawingml/2006/main">
            <a:pPr>
              <a:buNone/>
              <a:defRPr sz="2325" b="1">
                <a:solidFill>
                  <a:srgbClr val="142C3C"/>
                </a:solidFill>
                <a:latin typeface="Helvetica Neue"/>
                <a:ea typeface="Helvetica Neue"/>
                <a:cs typeface="Helvetica Neue"/>
              </a:defRPr>
            </a:pPr>
            <a:r>
              <a:rPr sz="2325" b="1">
                <a:solidFill>
                  <a:srgbClr val="142C3C"/>
                </a:solidFill>
                <a:latin typeface="Helvetica Neue"/>
                <a:ea typeface="Helvetica Neue"/>
                <a:cs typeface="Helvetica Neue"/>
              </a:rPr>
              <a:t>Block an unsafe release</a:t>
            </a:r>
          </a:p>
        </p:txBody>
      </p:sp>
      <p:sp>
        <p:nvSpPr>
          <p:cNvPr id="8" name="body-05">
            <a:extLst xmlns:a="http://schemas.openxmlformats.org/drawingml/2006/main">
              <a:ext uri="{FF2B5EF4-FFF2-40B4-BE49-F238E27FC236}">
                <a16:creationId xmlns:a16="http://schemas.microsoft.com/office/drawing/2014/main" id="{1AA6D5C8-6DE8-43DC-BB14-973765722753}"/>
              </a:ext>
            </a:extLst>
          </p:cNvPr>
          <p:cNvSpPr>
            <a:spLocks xmlns:a="http://schemas.openxmlformats.org/drawingml/2006/main" noGrp="1"/>
          </p:cNvSpPr>
          <p:nvPr/>
        </p:nvSpPr>
        <p:spPr>
          <a:xfrm xmlns:a="http://schemas.openxmlformats.org/drawingml/2006/main">
            <a:off x="1562100" y="3600450"/>
            <a:ext cx="9667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16775"/>
                </a:solidFill>
                <a:latin typeface="Helvetica Neue"/>
                <a:ea typeface="Helvetica Neue"/>
                <a:cs typeface="Helvetica Neue"/>
              </a:defRPr>
            </a:defPPr>
          </a:lstStyle>
          <a:p xmlns:a="http://schemas.openxmlformats.org/drawingml/2006/main">
            <a:pPr>
              <a:buNone/>
              <a:defRPr sz="2025" b="0">
                <a:solidFill>
                  <a:srgbClr val="516775"/>
                </a:solidFill>
                <a:latin typeface="Helvetica Neue"/>
                <a:ea typeface="Helvetica Neue"/>
                <a:cs typeface="Helvetica Neue"/>
              </a:defRPr>
            </a:pPr>
            <a:r>
              <a:rPr sz="2025" b="0">
                <a:solidFill>
                  <a:srgbClr val="516775"/>
                </a:solidFill>
                <a:latin typeface="Helvetica Neue"/>
                <a:ea typeface="Helvetica Neue"/>
                <a:cs typeface="Helvetica Neue"/>
              </a:rPr>
              <a:t>Reject incompatible versions or unexplained live target changes</a:t>
            </a:r>
          </a:p>
        </p:txBody>
      </p:sp>
      <p:sp>
        <p:nvSpPr>
          <p:cNvPr id="9" name="number-06">
            <a:extLst xmlns:a="http://schemas.openxmlformats.org/drawingml/2006/main">
              <a:ext uri="{FF2B5EF4-FFF2-40B4-BE49-F238E27FC236}">
                <a16:creationId xmlns:a16="http://schemas.microsoft.com/office/drawing/2014/main" id="{7339E001-09BB-4315-B37D-D3E6ECD3A417}"/>
              </a:ext>
            </a:extLst>
          </p:cNvPr>
          <p:cNvSpPr>
            <a:spLocks xmlns:a="http://schemas.openxmlformats.org/drawingml/2006/main" noGrp="1"/>
          </p:cNvSpPr>
          <p:nvPr/>
        </p:nvSpPr>
        <p:spPr>
          <a:xfrm xmlns:a="http://schemas.openxmlformats.org/drawingml/2006/main">
            <a:off x="742950" y="452437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007F7A"/>
                </a:solidFill>
                <a:latin typeface="Helvetica Neue"/>
                <a:ea typeface="Helvetica Neue"/>
                <a:cs typeface="Helvetica Neue"/>
              </a:defRPr>
            </a:defPPr>
          </a:lstStyle>
          <a:p xmlns:a="http://schemas.openxmlformats.org/drawingml/2006/main">
            <a:pPr>
              <a:buNone/>
              <a:defRPr sz="2550" b="1">
                <a:solidFill>
                  <a:srgbClr val="007F7A"/>
                </a:solidFill>
                <a:latin typeface="Helvetica Neue"/>
                <a:ea typeface="Helvetica Neue"/>
                <a:cs typeface="Helvetica Neue"/>
              </a:defRPr>
            </a:pPr>
            <a:r>
              <a:rPr sz="2550" b="1">
                <a:solidFill>
                  <a:srgbClr val="007F7A"/>
                </a:solidFill>
                <a:latin typeface="Helvetica Neue"/>
                <a:ea typeface="Helvetica Neue"/>
                <a:cs typeface="Helvetica Neue"/>
              </a:rPr>
              <a:t>06</a:t>
            </a:r>
          </a:p>
        </p:txBody>
      </p:sp>
      <p:sp>
        <p:nvSpPr>
          <p:cNvPr id="10" name="heading-06">
            <a:extLst xmlns:a="http://schemas.openxmlformats.org/drawingml/2006/main">
              <a:ext uri="{FF2B5EF4-FFF2-40B4-BE49-F238E27FC236}">
                <a16:creationId xmlns:a16="http://schemas.microsoft.com/office/drawing/2014/main" id="{6D25F550-2F2B-46A6-A782-BECC3F1FEF2C}"/>
              </a:ext>
            </a:extLst>
          </p:cNvPr>
          <p:cNvSpPr>
            <a:spLocks xmlns:a="http://schemas.openxmlformats.org/drawingml/2006/main" noGrp="1"/>
          </p:cNvSpPr>
          <p:nvPr/>
        </p:nvSpPr>
        <p:spPr>
          <a:xfrm xmlns:a="http://schemas.openxmlformats.org/drawingml/2006/main">
            <a:off x="1562100" y="4524375"/>
            <a:ext cx="9858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42C3C"/>
                </a:solidFill>
                <a:latin typeface="Helvetica Neue"/>
                <a:ea typeface="Helvetica Neue"/>
                <a:cs typeface="Helvetica Neue"/>
              </a:defRPr>
            </a:defPPr>
          </a:lstStyle>
          <a:p xmlns:a="http://schemas.openxmlformats.org/drawingml/2006/main">
            <a:pPr>
              <a:buNone/>
              <a:defRPr sz="2325" b="1">
                <a:solidFill>
                  <a:srgbClr val="142C3C"/>
                </a:solidFill>
                <a:latin typeface="Helvetica Neue"/>
                <a:ea typeface="Helvetica Neue"/>
                <a:cs typeface="Helvetica Neue"/>
              </a:defRPr>
            </a:pPr>
            <a:r>
              <a:rPr sz="2325" b="1">
                <a:solidFill>
                  <a:srgbClr val="142C3C"/>
                </a:solidFill>
                <a:latin typeface="Helvetica Neue"/>
                <a:ea typeface="Helvetica Neue"/>
                <a:cs typeface="Helvetica Neue"/>
              </a:rPr>
              <a:t>Repair a failed deployment</a:t>
            </a:r>
          </a:p>
        </p:txBody>
      </p:sp>
      <p:sp>
        <p:nvSpPr>
          <p:cNvPr id="11" name="body-06">
            <a:extLst xmlns:a="http://schemas.openxmlformats.org/drawingml/2006/main">
              <a:ext uri="{FF2B5EF4-FFF2-40B4-BE49-F238E27FC236}">
                <a16:creationId xmlns:a16="http://schemas.microsoft.com/office/drawing/2014/main" id="{52551020-760B-421B-AC99-0F40590F4859}"/>
              </a:ext>
            </a:extLst>
          </p:cNvPr>
          <p:cNvSpPr>
            <a:spLocks xmlns:a="http://schemas.openxmlformats.org/drawingml/2006/main" noGrp="1"/>
          </p:cNvSpPr>
          <p:nvPr/>
        </p:nvSpPr>
        <p:spPr>
          <a:xfrm xmlns:a="http://schemas.openxmlformats.org/drawingml/2006/main">
            <a:off x="1562100" y="4981575"/>
            <a:ext cx="9667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16775"/>
                </a:solidFill>
                <a:latin typeface="Helvetica Neue"/>
                <a:ea typeface="Helvetica Neue"/>
                <a:cs typeface="Helvetica Neue"/>
              </a:defRPr>
            </a:defPPr>
          </a:lstStyle>
          <a:p xmlns:a="http://schemas.openxmlformats.org/drawingml/2006/main">
            <a:pPr>
              <a:buNone/>
              <a:defRPr sz="2025" b="0">
                <a:solidFill>
                  <a:srgbClr val="516775"/>
                </a:solidFill>
                <a:latin typeface="Helvetica Neue"/>
                <a:ea typeface="Helvetica Neue"/>
                <a:cs typeface="Helvetica Neue"/>
              </a:defRPr>
            </a:pPr>
            <a:r>
              <a:rPr sz="2025" b="0">
                <a:solidFill>
                  <a:srgbClr val="516775"/>
                </a:solidFill>
                <a:latin typeface="Helvetica Neue"/>
                <a:ea typeface="Helvetica Neue"/>
                <a:cs typeface="Helvetica Neue"/>
              </a:rPr>
              <a:t>Keep access blocked, repair the inspected partial state and retain history</a:t>
            </a:r>
          </a:p>
        </p:txBody>
      </p:sp>
    </p:spTree>
    <p:extLst>
      <p:ext uri="{BB962C8B-B14F-4D97-AF65-F5344CB8AC3E}">
        <p14:creationId xmlns:p14="http://schemas.microsoft.com/office/powerpoint/2010/main" val="924984707"/>
      </p:ext>
    </p:extLst>
  </p:cSld>
</p:sld>
</file>

<file path=ppt/slides/slide7.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3" name="title">
            <a:extLst xmlns:a="http://schemas.openxmlformats.org/drawingml/2006/main">
              <a:ext uri="{FF2B5EF4-FFF2-40B4-BE49-F238E27FC236}">
                <a16:creationId xmlns:a16="http://schemas.microsoft.com/office/drawing/2014/main" id="{A6AC80B6-104D-4693-A247-CDC0FEAD0865}"/>
              </a:ext>
            </a:extLst>
          </p:cNvPr>
          <p:cNvSpPr>
            <a:spLocks xmlns:a="http://schemas.openxmlformats.org/drawingml/2006/main" noGrp="1"/>
          </p:cNvSpPr>
          <p:nvPr/>
        </p:nvSpPr>
        <p:spPr>
          <a:xfrm xmlns:a="http://schemas.openxmlformats.org/drawingml/2006/main">
            <a:off x="723900" y="52387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42C3C"/>
                </a:solidFill>
                <a:latin typeface="Helvetica Neue"/>
                <a:ea typeface="Helvetica Neue"/>
                <a:cs typeface="Helvetica Neue"/>
              </a:defRPr>
            </a:defPPr>
          </a:lstStyle>
          <a:p xmlns:a="http://schemas.openxmlformats.org/drawingml/2006/main">
            <a:pPr>
              <a:buNone/>
              <a:defRPr sz="3300" b="1">
                <a:solidFill>
                  <a:srgbClr val="142C3C"/>
                </a:solidFill>
                <a:latin typeface="Helvetica Neue"/>
                <a:ea typeface="Helvetica Neue"/>
                <a:cs typeface="Helvetica Neue"/>
              </a:defRPr>
            </a:pPr>
            <a:r>
              <a:rPr sz="3300" b="1">
                <a:solidFill>
                  <a:srgbClr val="142C3C"/>
                </a:solidFill>
                <a:latin typeface="Helvetica Neue"/>
                <a:ea typeface="Helvetica Neue"/>
                <a:cs typeface="Helvetica Neue"/>
              </a:rPr>
              <a:t>Automation tools and interfaces</a:t>
            </a:r>
          </a:p>
        </p:txBody>
      </p:sp>
      <p:sp>
        <p:nvSpPr>
          <p:cNvPr id="2" name="page">
            <a:extLst xmlns:a="http://schemas.openxmlformats.org/drawingml/2006/main">
              <a:ext uri="{FF2B5EF4-FFF2-40B4-BE49-F238E27FC236}">
                <a16:creationId xmlns:a16="http://schemas.microsoft.com/office/drawing/2014/main" id="{EE63A42E-8728-41AE-9261-112BC9EC8CA7}"/>
              </a:ext>
            </a:extLst>
          </p:cNvPr>
          <p:cNvSpPr>
            <a:spLocks xmlns:a="http://schemas.openxmlformats.org/drawingml/2006/main" noGrp="1"/>
          </p:cNvSpPr>
          <p:nvPr/>
        </p:nvSpPr>
        <p:spPr>
          <a:xfrm xmlns:a="http://schemas.openxmlformats.org/drawingml/2006/main">
            <a:off x="11096625" y="63341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16775"/>
                </a:solidFill>
                <a:latin typeface="Helvetica Neue"/>
                <a:ea typeface="Helvetica Neue"/>
                <a:cs typeface="Helvetica Neue"/>
              </a:defRPr>
            </a:defPPr>
          </a:lstStyle>
          <a:p xmlns:a="http://schemas.openxmlformats.org/drawingml/2006/main">
            <a:pPr>
              <a:buNone/>
              <a:defRPr sz="1350" b="0">
                <a:solidFill>
                  <a:srgbClr val="516775"/>
                </a:solidFill>
                <a:latin typeface="Helvetica Neue"/>
                <a:ea typeface="Helvetica Neue"/>
                <a:cs typeface="Helvetica Neue"/>
              </a:defRPr>
            </a:pPr>
            <a:r>
              <a:rPr sz="1350" b="0">
                <a:solidFill>
                  <a:srgbClr val="516775"/>
                </a:solidFill>
                <a:latin typeface="Helvetica Neue"/>
                <a:ea typeface="Helvetica Neue"/>
                <a:cs typeface="Helvetica Neue"/>
              </a:rPr>
              <a:t>07</a:t>
            </a:r>
          </a:p>
        </p:txBody>
      </p:sp>
      <p:sp>
        <p:nvSpPr>
          <p:cNvPr id="3" name="tool-0">
            <a:extLst xmlns:a="http://schemas.openxmlformats.org/drawingml/2006/main">
              <a:ext uri="{FF2B5EF4-FFF2-40B4-BE49-F238E27FC236}">
                <a16:creationId xmlns:a16="http://schemas.microsoft.com/office/drawing/2014/main" id="{B5E9815C-6F2D-4E37-97D4-1C4818CAC3DF}"/>
              </a:ext>
            </a:extLst>
          </p:cNvPr>
          <p:cNvSpPr>
            <a:spLocks xmlns:a="http://schemas.openxmlformats.org/drawingml/2006/main" noGrp="1"/>
          </p:cNvSpPr>
          <p:nvPr/>
        </p:nvSpPr>
        <p:spPr>
          <a:xfrm xmlns:a="http://schemas.openxmlformats.org/drawingml/2006/main">
            <a:off x="762000" y="1714500"/>
            <a:ext cx="485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7F7A"/>
                </a:solidFill>
                <a:latin typeface="Helvetica Neue"/>
                <a:ea typeface="Helvetica Neue"/>
                <a:cs typeface="Helvetica Neue"/>
              </a:defRPr>
            </a:defPPr>
          </a:lstStyle>
          <a:p xmlns:a="http://schemas.openxmlformats.org/drawingml/2006/main">
            <a:pPr>
              <a:buNone/>
              <a:defRPr sz="2100" b="1">
                <a:solidFill>
                  <a:srgbClr val="007F7A"/>
                </a:solidFill>
                <a:latin typeface="Helvetica Neue"/>
                <a:ea typeface="Helvetica Neue"/>
                <a:cs typeface="Helvetica Neue"/>
              </a:defRPr>
            </a:pPr>
            <a:r>
              <a:rPr sz="2100" b="1">
                <a:solidFill>
                  <a:srgbClr val="007F7A"/>
                </a:solidFill>
                <a:latin typeface="Helvetica Neue"/>
                <a:ea typeface="Helvetica Neue"/>
                <a:cs typeface="Helvetica Neue"/>
              </a:rPr>
              <a:t>SQLcl</a:t>
            </a:r>
          </a:p>
        </p:txBody>
      </p:sp>
      <p:sp>
        <p:nvSpPr>
          <p:cNvPr id="4" name="purpose-0">
            <a:extLst xmlns:a="http://schemas.openxmlformats.org/drawingml/2006/main">
              <a:ext uri="{FF2B5EF4-FFF2-40B4-BE49-F238E27FC236}">
                <a16:creationId xmlns:a16="http://schemas.microsoft.com/office/drawing/2014/main" id="{D895D6A7-DD2D-454E-80C3-6AF0DBA798A8}"/>
              </a:ext>
            </a:extLst>
          </p:cNvPr>
          <p:cNvSpPr>
            <a:spLocks xmlns:a="http://schemas.openxmlformats.org/drawingml/2006/main" noGrp="1"/>
          </p:cNvSpPr>
          <p:nvPr/>
        </p:nvSpPr>
        <p:spPr>
          <a:xfrm xmlns:a="http://schemas.openxmlformats.org/drawingml/2006/main">
            <a:off x="5905500" y="1714500"/>
            <a:ext cx="5524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42C3C"/>
                </a:solidFill>
                <a:latin typeface="Helvetica Neue"/>
                <a:ea typeface="Helvetica Neue"/>
                <a:cs typeface="Helvetica Neue"/>
              </a:defRPr>
            </a:defPPr>
          </a:lstStyle>
          <a:p xmlns:a="http://schemas.openxmlformats.org/drawingml/2006/main">
            <a:pPr>
              <a:buNone/>
              <a:defRPr sz="2025" b="0">
                <a:solidFill>
                  <a:srgbClr val="142C3C"/>
                </a:solidFill>
                <a:latin typeface="Helvetica Neue"/>
                <a:ea typeface="Helvetica Neue"/>
                <a:cs typeface="Helvetica Neue"/>
              </a:defRPr>
            </a:pPr>
            <a:r>
              <a:rPr sz="2025" b="0">
                <a:solidFill>
                  <a:srgbClr val="142C3C"/>
                </a:solidFill>
                <a:latin typeface="Helvetica Neue"/>
                <a:ea typeface="Helvetica Neue"/>
                <a:cs typeface="Helvetica Neue"/>
              </a:rPr>
              <a:t>Database connections and unattended SQL/PLSQL</a:t>
            </a:r>
          </a:p>
        </p:txBody>
      </p:sp>
      <p:sp>
        <p:nvSpPr>
          <p:cNvPr id="5" name="tool-1">
            <a:extLst xmlns:a="http://schemas.openxmlformats.org/drawingml/2006/main">
              <a:ext uri="{FF2B5EF4-FFF2-40B4-BE49-F238E27FC236}">
                <a16:creationId xmlns:a16="http://schemas.microsoft.com/office/drawing/2014/main" id="{2DEFB2CA-7DD1-4626-881E-C2456A77BDAA}"/>
              </a:ext>
            </a:extLst>
          </p:cNvPr>
          <p:cNvSpPr>
            <a:spLocks xmlns:a="http://schemas.openxmlformats.org/drawingml/2006/main" noGrp="1"/>
          </p:cNvSpPr>
          <p:nvPr/>
        </p:nvSpPr>
        <p:spPr>
          <a:xfrm xmlns:a="http://schemas.openxmlformats.org/drawingml/2006/main">
            <a:off x="762000" y="2581275"/>
            <a:ext cx="485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7F7A"/>
                </a:solidFill>
                <a:latin typeface="Helvetica Neue"/>
                <a:ea typeface="Helvetica Neue"/>
                <a:cs typeface="Helvetica Neue"/>
              </a:defRPr>
            </a:defPPr>
          </a:lstStyle>
          <a:p xmlns:a="http://schemas.openxmlformats.org/drawingml/2006/main">
            <a:pPr>
              <a:buNone/>
              <a:defRPr sz="2100" b="1">
                <a:solidFill>
                  <a:srgbClr val="007F7A"/>
                </a:solidFill>
                <a:latin typeface="Helvetica Neue"/>
                <a:ea typeface="Helvetica Neue"/>
                <a:cs typeface="Helvetica Neue"/>
              </a:defRPr>
            </a:pPr>
            <a:r>
              <a:rPr sz="2100" b="1">
                <a:solidFill>
                  <a:srgbClr val="007F7A"/>
                </a:solidFill>
                <a:latin typeface="Helvetica Neue"/>
                <a:ea typeface="Helvetica Neue"/>
                <a:cs typeface="Helvetica Neue"/>
              </a:rPr>
              <a:t>APEX export and install APIs</a:t>
            </a:r>
          </a:p>
        </p:txBody>
      </p:sp>
      <p:sp>
        <p:nvSpPr>
          <p:cNvPr id="6" name="purpose-1">
            <a:extLst xmlns:a="http://schemas.openxmlformats.org/drawingml/2006/main">
              <a:ext uri="{FF2B5EF4-FFF2-40B4-BE49-F238E27FC236}">
                <a16:creationId xmlns:a16="http://schemas.microsoft.com/office/drawing/2014/main" id="{D394A507-FFB9-4C1C-98C6-571D85332FE6}"/>
              </a:ext>
            </a:extLst>
          </p:cNvPr>
          <p:cNvSpPr>
            <a:spLocks xmlns:a="http://schemas.openxmlformats.org/drawingml/2006/main" noGrp="1"/>
          </p:cNvSpPr>
          <p:nvPr/>
        </p:nvSpPr>
        <p:spPr>
          <a:xfrm xmlns:a="http://schemas.openxmlformats.org/drawingml/2006/main">
            <a:off x="5905500" y="2581275"/>
            <a:ext cx="5524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42C3C"/>
                </a:solidFill>
                <a:latin typeface="Helvetica Neue"/>
                <a:ea typeface="Helvetica Neue"/>
                <a:cs typeface="Helvetica Neue"/>
              </a:defRPr>
            </a:defPPr>
          </a:lstStyle>
          <a:p xmlns:a="http://schemas.openxmlformats.org/drawingml/2006/main">
            <a:pPr>
              <a:buNone/>
              <a:defRPr sz="2025" b="0">
                <a:solidFill>
                  <a:srgbClr val="142C3C"/>
                </a:solidFill>
                <a:latin typeface="Helvetica Neue"/>
                <a:ea typeface="Helvetica Neue"/>
                <a:cs typeface="Helvetica Neue"/>
              </a:defRPr>
            </a:pPr>
            <a:r>
              <a:rPr sz="2025" b="0">
                <a:solidFill>
                  <a:srgbClr val="142C3C"/>
                </a:solidFill>
                <a:latin typeface="Helvetica Neue"/>
                <a:ea typeface="Helvetica Neue"/>
                <a:cs typeface="Helvetica Neue"/>
              </a:rPr>
              <a:t>Capture definitions, import releases and inspect live metadata</a:t>
            </a:r>
          </a:p>
        </p:txBody>
      </p:sp>
      <p:sp>
        <p:nvSpPr>
          <p:cNvPr id="7" name="tool-2">
            <a:extLst xmlns:a="http://schemas.openxmlformats.org/drawingml/2006/main">
              <a:ext uri="{FF2B5EF4-FFF2-40B4-BE49-F238E27FC236}">
                <a16:creationId xmlns:a16="http://schemas.microsoft.com/office/drawing/2014/main" id="{8C8A1156-10AF-42CB-B18D-DD56D207A6D0}"/>
              </a:ext>
            </a:extLst>
          </p:cNvPr>
          <p:cNvSpPr>
            <a:spLocks xmlns:a="http://schemas.openxmlformats.org/drawingml/2006/main" noGrp="1"/>
          </p:cNvSpPr>
          <p:nvPr/>
        </p:nvSpPr>
        <p:spPr>
          <a:xfrm xmlns:a="http://schemas.openxmlformats.org/drawingml/2006/main">
            <a:off x="762000" y="3448050"/>
            <a:ext cx="485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7F7A"/>
                </a:solidFill>
                <a:latin typeface="Helvetica Neue"/>
                <a:ea typeface="Helvetica Neue"/>
                <a:cs typeface="Helvetica Neue"/>
              </a:defRPr>
            </a:defPPr>
          </a:lstStyle>
          <a:p xmlns:a="http://schemas.openxmlformats.org/drawingml/2006/main">
            <a:pPr>
              <a:buNone/>
              <a:defRPr sz="2100" b="1">
                <a:solidFill>
                  <a:srgbClr val="007F7A"/>
                </a:solidFill>
                <a:latin typeface="Helvetica Neue"/>
                <a:ea typeface="Helvetica Neue"/>
                <a:cs typeface="Helvetica Neue"/>
              </a:defRPr>
            </a:pPr>
            <a:r>
              <a:rPr sz="2100" b="1">
                <a:solidFill>
                  <a:srgbClr val="007F7A"/>
                </a:solidFill>
                <a:latin typeface="Helvetica Neue"/>
                <a:ea typeface="Helvetica Neue"/>
                <a:cs typeface="Helvetica Neue"/>
              </a:rPr>
              <a:t>SQLcl bundled Liquibase</a:t>
            </a:r>
          </a:p>
        </p:txBody>
      </p:sp>
      <p:sp>
        <p:nvSpPr>
          <p:cNvPr id="8" name="purpose-2">
            <a:extLst xmlns:a="http://schemas.openxmlformats.org/drawingml/2006/main">
              <a:ext uri="{FF2B5EF4-FFF2-40B4-BE49-F238E27FC236}">
                <a16:creationId xmlns:a16="http://schemas.microsoft.com/office/drawing/2014/main" id="{CB062E9C-3B9C-4097-AEAE-54BBDDA7197E}"/>
              </a:ext>
            </a:extLst>
          </p:cNvPr>
          <p:cNvSpPr>
            <a:spLocks xmlns:a="http://schemas.openxmlformats.org/drawingml/2006/main" noGrp="1"/>
          </p:cNvSpPr>
          <p:nvPr/>
        </p:nvSpPr>
        <p:spPr>
          <a:xfrm xmlns:a="http://schemas.openxmlformats.org/drawingml/2006/main">
            <a:off x="5905500" y="3448050"/>
            <a:ext cx="5524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42C3C"/>
                </a:solidFill>
                <a:latin typeface="Helvetica Neue"/>
                <a:ea typeface="Helvetica Neue"/>
                <a:cs typeface="Helvetica Neue"/>
              </a:defRPr>
            </a:defPPr>
          </a:lstStyle>
          <a:p xmlns:a="http://schemas.openxmlformats.org/drawingml/2006/main">
            <a:pPr>
              <a:buNone/>
              <a:defRPr sz="2025" b="0">
                <a:solidFill>
                  <a:srgbClr val="142C3C"/>
                </a:solidFill>
                <a:latin typeface="Helvetica Neue"/>
                <a:ea typeface="Helvetica Neue"/>
                <a:cs typeface="Helvetica Neue"/>
              </a:defRPr>
            </a:pPr>
            <a:r>
              <a:rPr sz="2025" b="0">
                <a:solidFill>
                  <a:srgbClr val="142C3C"/>
                </a:solidFill>
                <a:latin typeface="Helvetica Neue"/>
                <a:ea typeface="Helvetica Neue"/>
                <a:cs typeface="Helvetica Neue"/>
              </a:rPr>
              <a:t>Apply reviewed, ordered database migrations</a:t>
            </a:r>
          </a:p>
        </p:txBody>
      </p:sp>
      <p:sp>
        <p:nvSpPr>
          <p:cNvPr id="9" name="tool-3">
            <a:extLst xmlns:a="http://schemas.openxmlformats.org/drawingml/2006/main">
              <a:ext uri="{FF2B5EF4-FFF2-40B4-BE49-F238E27FC236}">
                <a16:creationId xmlns:a16="http://schemas.microsoft.com/office/drawing/2014/main" id="{1120D2CA-0AD9-4B6A-98B8-F358138AB88E}"/>
              </a:ext>
            </a:extLst>
          </p:cNvPr>
          <p:cNvSpPr>
            <a:spLocks xmlns:a="http://schemas.openxmlformats.org/drawingml/2006/main" noGrp="1"/>
          </p:cNvSpPr>
          <p:nvPr/>
        </p:nvSpPr>
        <p:spPr>
          <a:xfrm xmlns:a="http://schemas.openxmlformats.org/drawingml/2006/main">
            <a:off x="762000" y="4314825"/>
            <a:ext cx="485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7F7A"/>
                </a:solidFill>
                <a:latin typeface="Helvetica Neue"/>
                <a:ea typeface="Helvetica Neue"/>
                <a:cs typeface="Helvetica Neue"/>
              </a:defRPr>
            </a:defPPr>
          </a:lstStyle>
          <a:p xmlns:a="http://schemas.openxmlformats.org/drawingml/2006/main">
            <a:pPr>
              <a:buNone/>
              <a:defRPr sz="2100" b="1">
                <a:solidFill>
                  <a:srgbClr val="007F7A"/>
                </a:solidFill>
                <a:latin typeface="Helvetica Neue"/>
                <a:ea typeface="Helvetica Neue"/>
                <a:cs typeface="Helvetica Neue"/>
              </a:defRPr>
            </a:pPr>
            <a:r>
              <a:rPr sz="2100" b="1">
                <a:solidFill>
                  <a:srgbClr val="007F7A"/>
                </a:solidFill>
                <a:latin typeface="Helvetica Neue"/>
                <a:ea typeface="Helvetica Neue"/>
                <a:cs typeface="Helvetica Neue"/>
              </a:rPr>
              <a:t>Public APEX administration APIs</a:t>
            </a:r>
          </a:p>
        </p:txBody>
      </p:sp>
      <p:sp>
        <p:nvSpPr>
          <p:cNvPr id="10" name="purpose-3">
            <a:extLst xmlns:a="http://schemas.openxmlformats.org/drawingml/2006/main">
              <a:ext uri="{FF2B5EF4-FFF2-40B4-BE49-F238E27FC236}">
                <a16:creationId xmlns:a16="http://schemas.microsoft.com/office/drawing/2014/main" id="{8C582159-C73F-4901-ADD8-80D57322EE94}"/>
              </a:ext>
            </a:extLst>
          </p:cNvPr>
          <p:cNvSpPr>
            <a:spLocks xmlns:a="http://schemas.openxmlformats.org/drawingml/2006/main" noGrp="1"/>
          </p:cNvSpPr>
          <p:nvPr/>
        </p:nvSpPr>
        <p:spPr>
          <a:xfrm xmlns:a="http://schemas.openxmlformats.org/drawingml/2006/main">
            <a:off x="5905500" y="4314825"/>
            <a:ext cx="5524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42C3C"/>
                </a:solidFill>
                <a:latin typeface="Helvetica Neue"/>
                <a:ea typeface="Helvetica Neue"/>
                <a:cs typeface="Helvetica Neue"/>
              </a:defRPr>
            </a:defPPr>
          </a:lstStyle>
          <a:p xmlns:a="http://schemas.openxmlformats.org/drawingml/2006/main">
            <a:pPr>
              <a:buNone/>
              <a:defRPr sz="2025" b="0">
                <a:solidFill>
                  <a:srgbClr val="142C3C"/>
                </a:solidFill>
                <a:latin typeface="Helvetica Neue"/>
                <a:ea typeface="Helvetica Neue"/>
                <a:cs typeface="Helvetica Neue"/>
              </a:defRPr>
            </a:pPr>
            <a:r>
              <a:rPr sz="2025" b="0">
                <a:solidFill>
                  <a:srgbClr val="142C3C"/>
                </a:solidFill>
                <a:latin typeface="Helvetica Neue"/>
                <a:ea typeface="Helvetica Neue"/>
                <a:cs typeface="Helvetica Neue"/>
              </a:rPr>
              <a:t>Control availability and support guarded verification</a:t>
            </a:r>
          </a:p>
        </p:txBody>
      </p:sp>
      <p:sp>
        <p:nvSpPr>
          <p:cNvPr id="11" name="tool-4">
            <a:extLst xmlns:a="http://schemas.openxmlformats.org/drawingml/2006/main">
              <a:ext uri="{FF2B5EF4-FFF2-40B4-BE49-F238E27FC236}">
                <a16:creationId xmlns:a16="http://schemas.microsoft.com/office/drawing/2014/main" id="{6BF120F6-8CEF-4580-AA42-8CE962BF8062}"/>
              </a:ext>
            </a:extLst>
          </p:cNvPr>
          <p:cNvSpPr>
            <a:spLocks xmlns:a="http://schemas.openxmlformats.org/drawingml/2006/main" noGrp="1"/>
          </p:cNvSpPr>
          <p:nvPr/>
        </p:nvSpPr>
        <p:spPr>
          <a:xfrm xmlns:a="http://schemas.openxmlformats.org/drawingml/2006/main">
            <a:off x="762000" y="5181600"/>
            <a:ext cx="485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7F7A"/>
                </a:solidFill>
                <a:latin typeface="Helvetica Neue"/>
                <a:ea typeface="Helvetica Neue"/>
                <a:cs typeface="Helvetica Neue"/>
              </a:defRPr>
            </a:defPPr>
          </a:lstStyle>
          <a:p xmlns:a="http://schemas.openxmlformats.org/drawingml/2006/main">
            <a:pPr>
              <a:buNone/>
              <a:defRPr sz="2100" b="1">
                <a:solidFill>
                  <a:srgbClr val="007F7A"/>
                </a:solidFill>
                <a:latin typeface="Helvetica Neue"/>
                <a:ea typeface="Helvetica Neue"/>
                <a:cs typeface="Helvetica Neue"/>
              </a:defRPr>
            </a:pPr>
            <a:r>
              <a:rPr sz="2100" b="1">
                <a:solidFill>
                  <a:srgbClr val="007F7A"/>
                </a:solidFill>
                <a:latin typeface="Helvetica Neue"/>
                <a:ea typeface="Helvetica Neue"/>
                <a:cs typeface="Helvetica Neue"/>
              </a:rPr>
              <a:t>Project scripts and test clients</a:t>
            </a:r>
          </a:p>
        </p:txBody>
      </p:sp>
      <p:sp>
        <p:nvSpPr>
          <p:cNvPr id="12" name="purpose-4">
            <a:extLst xmlns:a="http://schemas.openxmlformats.org/drawingml/2006/main">
              <a:ext uri="{FF2B5EF4-FFF2-40B4-BE49-F238E27FC236}">
                <a16:creationId xmlns:a16="http://schemas.microsoft.com/office/drawing/2014/main" id="{484EE90D-A0AF-4605-BC0E-4EF72AF196F4}"/>
              </a:ext>
            </a:extLst>
          </p:cNvPr>
          <p:cNvSpPr>
            <a:spLocks xmlns:a="http://schemas.openxmlformats.org/drawingml/2006/main" noGrp="1"/>
          </p:cNvSpPr>
          <p:nvPr/>
        </p:nvSpPr>
        <p:spPr>
          <a:xfrm xmlns:a="http://schemas.openxmlformats.org/drawingml/2006/main">
            <a:off x="5905500" y="5181600"/>
            <a:ext cx="5524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42C3C"/>
                </a:solidFill>
                <a:latin typeface="Helvetica Neue"/>
                <a:ea typeface="Helvetica Neue"/>
                <a:cs typeface="Helvetica Neue"/>
              </a:defRPr>
            </a:defPPr>
          </a:lstStyle>
          <a:p xmlns:a="http://schemas.openxmlformats.org/drawingml/2006/main">
            <a:pPr>
              <a:buNone/>
              <a:defRPr sz="2025" b="0">
                <a:solidFill>
                  <a:srgbClr val="142C3C"/>
                </a:solidFill>
                <a:latin typeface="Helvetica Neue"/>
                <a:ea typeface="Helvetica Neue"/>
                <a:cs typeface="Helvetica Neue"/>
              </a:defRPr>
            </a:pPr>
            <a:r>
              <a:rPr sz="2025" b="0">
                <a:solidFill>
                  <a:srgbClr val="142C3C"/>
                </a:solidFill>
                <a:latin typeface="Helvetica Neue"/>
                <a:ea typeface="Helvetica Neue"/>
                <a:cs typeface="Helvetica Neue"/>
              </a:rPr>
              <a:t>Coordinate Git, Podman, policy checks and browser evidence</a:t>
            </a:r>
          </a:p>
        </p:txBody>
      </p:sp>
    </p:spTree>
    <p:extLst>
      <p:ext uri="{BB962C8B-B14F-4D97-AF65-F5344CB8AC3E}">
        <p14:creationId xmlns:p14="http://schemas.microsoft.com/office/powerpoint/2010/main" val="1464062077"/>
      </p:ext>
    </p:extLst>
  </p:cSld>
</p:sld>
</file>

<file path=ppt/slides/slide8.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AE851EAD-121B-4312-85D0-CDF31EF2ABDB}"/>
              </a:ext>
            </a:extLst>
          </p:cNvPr>
          <p:cNvSpPr>
            <a:spLocks xmlns:a="http://schemas.openxmlformats.org/drawingml/2006/main" noGrp="1"/>
          </p:cNvSpPr>
          <p:nvPr/>
        </p:nvSpPr>
        <p:spPr>
          <a:xfrm xmlns:a="http://schemas.openxmlformats.org/drawingml/2006/main">
            <a:off x="723900" y="52387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42C3C"/>
                </a:solidFill>
                <a:latin typeface="Helvetica Neue"/>
                <a:ea typeface="Helvetica Neue"/>
                <a:cs typeface="Helvetica Neue"/>
              </a:defRPr>
            </a:defPPr>
          </a:lstStyle>
          <a:p xmlns:a="http://schemas.openxmlformats.org/drawingml/2006/main">
            <a:pPr>
              <a:buNone/>
              <a:defRPr sz="3300" b="1">
                <a:solidFill>
                  <a:srgbClr val="142C3C"/>
                </a:solidFill>
                <a:latin typeface="Helvetica Neue"/>
                <a:ea typeface="Helvetica Neue"/>
                <a:cs typeface="Helvetica Neue"/>
              </a:defRPr>
            </a:pPr>
            <a:r>
              <a:rPr sz="3300" b="1">
                <a:solidFill>
                  <a:srgbClr val="142C3C"/>
                </a:solidFill>
                <a:latin typeface="Helvetica Neue"/>
                <a:ea typeface="Helvetica Neue"/>
                <a:cs typeface="Helvetica Neue"/>
              </a:rPr>
              <a:t>A bounded Elaboration prototype</a:t>
            </a:r>
          </a:p>
        </p:txBody>
      </p:sp>
      <p:sp>
        <p:nvSpPr>
          <p:cNvPr id="2" name="page">
            <a:extLst xmlns:a="http://schemas.openxmlformats.org/drawingml/2006/main">
              <a:ext uri="{FF2B5EF4-FFF2-40B4-BE49-F238E27FC236}">
                <a16:creationId xmlns:a16="http://schemas.microsoft.com/office/drawing/2014/main" id="{A8E74188-B74B-442A-A23D-25A88151F0C0}"/>
              </a:ext>
            </a:extLst>
          </p:cNvPr>
          <p:cNvSpPr>
            <a:spLocks xmlns:a="http://schemas.openxmlformats.org/drawingml/2006/main" noGrp="1"/>
          </p:cNvSpPr>
          <p:nvPr/>
        </p:nvSpPr>
        <p:spPr>
          <a:xfrm xmlns:a="http://schemas.openxmlformats.org/drawingml/2006/main">
            <a:off x="11096625" y="63341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16775"/>
                </a:solidFill>
                <a:latin typeface="Helvetica Neue"/>
                <a:ea typeface="Helvetica Neue"/>
                <a:cs typeface="Helvetica Neue"/>
              </a:defRPr>
            </a:defPPr>
          </a:lstStyle>
          <a:p xmlns:a="http://schemas.openxmlformats.org/drawingml/2006/main">
            <a:pPr>
              <a:buNone/>
              <a:defRPr sz="1350" b="0">
                <a:solidFill>
                  <a:srgbClr val="516775"/>
                </a:solidFill>
                <a:latin typeface="Helvetica Neue"/>
                <a:ea typeface="Helvetica Neue"/>
                <a:cs typeface="Helvetica Neue"/>
              </a:defRPr>
            </a:pPr>
            <a:r>
              <a:rPr sz="1350" b="0">
                <a:solidFill>
                  <a:srgbClr val="516775"/>
                </a:solidFill>
                <a:latin typeface="Helvetica Neue"/>
                <a:ea typeface="Helvetica Neue"/>
                <a:cs typeface="Helvetica Neue"/>
              </a:rPr>
              <a:t>08</a:t>
            </a:r>
          </a:p>
        </p:txBody>
      </p:sp>
      <p:sp>
        <p:nvSpPr>
          <p:cNvPr id="3" name="scope-title">
            <a:extLst xmlns:a="http://schemas.openxmlformats.org/drawingml/2006/main">
              <a:ext uri="{FF2B5EF4-FFF2-40B4-BE49-F238E27FC236}">
                <a16:creationId xmlns:a16="http://schemas.microsoft.com/office/drawing/2014/main" id="{49E6B5E2-D4FE-4163-AEFD-16C6766D4E96}"/>
              </a:ext>
            </a:extLst>
          </p:cNvPr>
          <p:cNvSpPr>
            <a:spLocks xmlns:a="http://schemas.openxmlformats.org/drawingml/2006/main" noGrp="1"/>
          </p:cNvSpPr>
          <p:nvPr/>
        </p:nvSpPr>
        <p:spPr>
          <a:xfrm xmlns:a="http://schemas.openxmlformats.org/drawingml/2006/main">
            <a:off x="762000" y="176212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007F7A"/>
                </a:solidFill>
                <a:latin typeface="Helvetica Neue"/>
                <a:ea typeface="Helvetica Neue"/>
                <a:cs typeface="Helvetica Neue"/>
              </a:defRPr>
            </a:defPPr>
          </a:lstStyle>
          <a:p xmlns:a="http://schemas.openxmlformats.org/drawingml/2006/main">
            <a:pPr>
              <a:buNone/>
              <a:defRPr sz="2475" b="1">
                <a:solidFill>
                  <a:srgbClr val="007F7A"/>
                </a:solidFill>
                <a:latin typeface="Helvetica Neue"/>
                <a:ea typeface="Helvetica Neue"/>
                <a:cs typeface="Helvetica Neue"/>
              </a:defRPr>
            </a:pPr>
            <a:r>
              <a:rPr sz="2475" b="1">
                <a:solidFill>
                  <a:srgbClr val="007F7A"/>
                </a:solidFill>
                <a:latin typeface="Helvetica Neue"/>
                <a:ea typeface="Helvetica Neue"/>
                <a:cs typeface="Helvetica Neue"/>
              </a:rPr>
              <a:t>Small physical scope</a:t>
            </a:r>
          </a:p>
        </p:txBody>
      </p:sp>
      <p:sp>
        <p:nvSpPr>
          <p:cNvPr id="4" name="scope">
            <a:extLst xmlns:a="http://schemas.openxmlformats.org/drawingml/2006/main">
              <a:ext uri="{FF2B5EF4-FFF2-40B4-BE49-F238E27FC236}">
                <a16:creationId xmlns:a16="http://schemas.microsoft.com/office/drawing/2014/main" id="{37254CBB-2B3C-48DF-B47F-A31E227989C9}"/>
              </a:ext>
            </a:extLst>
          </p:cNvPr>
          <p:cNvSpPr>
            <a:spLocks xmlns:a="http://schemas.openxmlformats.org/drawingml/2006/main" noGrp="1"/>
          </p:cNvSpPr>
          <p:nvPr/>
        </p:nvSpPr>
        <p:spPr>
          <a:xfrm xmlns:a="http://schemas.openxmlformats.org/drawingml/2006/main">
            <a:off x="762000" y="2524125"/>
            <a:ext cx="4953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42C3C"/>
                </a:solidFill>
                <a:latin typeface="Helvetica Neue"/>
                <a:ea typeface="Helvetica Neue"/>
                <a:cs typeface="Helvetica Neue"/>
              </a:defRPr>
            </a:defPPr>
          </a:lstStyle>
          <a:p xmlns:a="http://schemas.openxmlformats.org/drawingml/2006/main">
            <a:pPr>
              <a:buNone/>
              <a:defRPr sz="2100" b="0">
                <a:solidFill>
                  <a:srgbClr val="142C3C"/>
                </a:solidFill>
                <a:latin typeface="Helvetica Neue"/>
                <a:ea typeface="Helvetica Neue"/>
                <a:cs typeface="Helvetica Neue"/>
              </a:defRPr>
            </a:pPr>
            <a:r>
              <a:rPr sz="2100" b="0">
                <a:solidFill>
                  <a:srgbClr val="142C3C"/>
                </a:solidFill>
                <a:latin typeface="Helvetica Neue"/>
                <a:ea typeface="Helvetica Neue"/>
                <a:cs typeface="Helvetica Neue"/>
              </a:rPr>
              <a:t>One host and one APEX application</a:t>
            </a:r>
          </a:p>
          <a:p xmlns:a="http://schemas.openxmlformats.org/drawingml/2006/main">
            <a:pPr>
              <a:buNone/>
              <a:defRPr sz="2100" b="0">
                <a:solidFill>
                  <a:srgbClr val="142C3C"/>
                </a:solidFill>
                <a:latin typeface="Helvetica Neue"/>
                <a:ea typeface="Helvetica Neue"/>
                <a:cs typeface="Helvetica Neue"/>
              </a:defRPr>
            </a:pPr>
            <a:r>
              <a:rPr sz="2100" b="0">
                <a:solidFill>
                  <a:srgbClr val="142C3C"/>
                </a:solidFill>
                <a:latin typeface="Helvetica Neue"/>
                <a:ea typeface="Helvetica Neue"/>
                <a:cs typeface="Helvetica Neue"/>
              </a:rPr>
              <a:t>Private developer areas</a:t>
            </a:r>
          </a:p>
          <a:p xmlns:a="http://schemas.openxmlformats.org/drawingml/2006/main">
            <a:pPr>
              <a:buNone/>
              <a:defRPr sz="2100" b="0">
                <a:solidFill>
                  <a:srgbClr val="142C3C"/>
                </a:solidFill>
                <a:latin typeface="Helvetica Neue"/>
                <a:ea typeface="Helvetica Neue"/>
                <a:cs typeface="Helvetica Neue"/>
              </a:defRPr>
            </a:pPr>
            <a:r>
              <a:rPr sz="2100" b="0">
                <a:solidFill>
                  <a:srgbClr val="142C3C"/>
                </a:solidFill>
                <a:latin typeface="Helvetica Neue"/>
                <a:ea typeface="Helvetica Neue"/>
                <a:cs typeface="Helvetica Neue"/>
              </a:rPr>
              <a:t>One disposable validation role</a:t>
            </a:r>
          </a:p>
          <a:p xmlns:a="http://schemas.openxmlformats.org/drawingml/2006/main">
            <a:pPr>
              <a:buNone/>
              <a:defRPr sz="2100" b="0">
                <a:solidFill>
                  <a:srgbClr val="142C3C"/>
                </a:solidFill>
                <a:latin typeface="Helvetica Neue"/>
                <a:ea typeface="Helvetica Neue"/>
                <a:cs typeface="Helvetica Neue"/>
              </a:defRPr>
            </a:pPr>
            <a:r>
              <a:rPr sz="2100" b="0">
                <a:solidFill>
                  <a:srgbClr val="142C3C"/>
                </a:solidFill>
                <a:latin typeface="Helvetica Neue"/>
                <a:ea typeface="Helvetica Neue"/>
                <a:cs typeface="Helvetica Neue"/>
              </a:rPr>
              <a:t>A retained TEST installation</a:t>
            </a:r>
          </a:p>
        </p:txBody>
      </p:sp>
      <p:sp>
        <p:nvSpPr>
          <p:cNvPr id="5" name="proof-title">
            <a:extLst xmlns:a="http://schemas.openxmlformats.org/drawingml/2006/main">
              <a:ext uri="{FF2B5EF4-FFF2-40B4-BE49-F238E27FC236}">
                <a16:creationId xmlns:a16="http://schemas.microsoft.com/office/drawing/2014/main" id="{DC46C477-B2F6-4AB1-9ABF-593FF7033AFD}"/>
              </a:ext>
            </a:extLst>
          </p:cNvPr>
          <p:cNvSpPr>
            <a:spLocks xmlns:a="http://schemas.openxmlformats.org/drawingml/2006/main" noGrp="1"/>
          </p:cNvSpPr>
          <p:nvPr/>
        </p:nvSpPr>
        <p:spPr>
          <a:xfrm xmlns:a="http://schemas.openxmlformats.org/drawingml/2006/main">
            <a:off x="6667500" y="17621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007F7A"/>
                </a:solidFill>
                <a:latin typeface="Helvetica Neue"/>
                <a:ea typeface="Helvetica Neue"/>
                <a:cs typeface="Helvetica Neue"/>
              </a:defRPr>
            </a:defPPr>
          </a:lstStyle>
          <a:p xmlns:a="http://schemas.openxmlformats.org/drawingml/2006/main">
            <a:pPr>
              <a:buNone/>
              <a:defRPr sz="2475" b="1">
                <a:solidFill>
                  <a:srgbClr val="007F7A"/>
                </a:solidFill>
                <a:latin typeface="Helvetica Neue"/>
                <a:ea typeface="Helvetica Neue"/>
                <a:cs typeface="Helvetica Neue"/>
              </a:defRPr>
            </a:pPr>
            <a:r>
              <a:rPr sz="2475" b="1">
                <a:solidFill>
                  <a:srgbClr val="007F7A"/>
                </a:solidFill>
                <a:latin typeface="Helvetica Neue"/>
                <a:ea typeface="Helvetica Neue"/>
                <a:cs typeface="Helvetica Neue"/>
              </a:rPr>
              <a:t>Critical proof</a:t>
            </a:r>
          </a:p>
        </p:txBody>
      </p:sp>
      <p:sp>
        <p:nvSpPr>
          <p:cNvPr id="6" name="proof">
            <a:extLst xmlns:a="http://schemas.openxmlformats.org/drawingml/2006/main">
              <a:ext uri="{FF2B5EF4-FFF2-40B4-BE49-F238E27FC236}">
                <a16:creationId xmlns:a16="http://schemas.microsoft.com/office/drawing/2014/main" id="{3B5B30E1-46EB-4E06-AAA5-B9696483B814}"/>
              </a:ext>
            </a:extLst>
          </p:cNvPr>
          <p:cNvSpPr>
            <a:spLocks xmlns:a="http://schemas.openxmlformats.org/drawingml/2006/main" noGrp="1"/>
          </p:cNvSpPr>
          <p:nvPr/>
        </p:nvSpPr>
        <p:spPr>
          <a:xfrm xmlns:a="http://schemas.openxmlformats.org/drawingml/2006/main">
            <a:off x="6667500" y="2524125"/>
            <a:ext cx="4762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42C3C"/>
                </a:solidFill>
                <a:latin typeface="Helvetica Neue"/>
                <a:ea typeface="Helvetica Neue"/>
                <a:cs typeface="Helvetica Neue"/>
              </a:defRPr>
            </a:defPPr>
          </a:lstStyle>
          <a:p xmlns:a="http://schemas.openxmlformats.org/drawingml/2006/main">
            <a:pPr>
              <a:buNone/>
              <a:defRPr sz="2100" b="0">
                <a:solidFill>
                  <a:srgbClr val="142C3C"/>
                </a:solidFill>
                <a:latin typeface="Helvetica Neue"/>
                <a:ea typeface="Helvetica Neue"/>
                <a:cs typeface="Helvetica Neue"/>
              </a:defRPr>
            </a:pPr>
            <a:r>
              <a:rPr sz="2100" b="0">
                <a:solidFill>
                  <a:srgbClr val="142C3C"/>
                </a:solidFill>
                <a:latin typeface="Helvetica Neue"/>
                <a:ea typeface="Helvetica Neue"/>
                <a:cs typeface="Helvetica Neue"/>
              </a:rPr>
              <a:t>Atomic reservation first</a:t>
            </a:r>
          </a:p>
          <a:p xmlns:a="http://schemas.openxmlformats.org/drawingml/2006/main">
            <a:pPr>
              <a:buNone/>
              <a:defRPr sz="2100" b="0">
                <a:solidFill>
                  <a:srgbClr val="142C3C"/>
                </a:solidFill>
                <a:latin typeface="Helvetica Neue"/>
                <a:ea typeface="Helvetica Neue"/>
                <a:cs typeface="Helvetica Neue"/>
              </a:defRPr>
            </a:pPr>
            <a:r>
              <a:rPr sz="2100" b="0">
                <a:solidFill>
                  <a:srgbClr val="142C3C"/>
                </a:solidFill>
                <a:latin typeface="Helvetica Neue"/>
                <a:ea typeface="Helvetica Neue"/>
                <a:cs typeface="Helvetica Neue"/>
              </a:rPr>
              <a:t>Stable capture and reconstruction</a:t>
            </a:r>
          </a:p>
          <a:p xmlns:a="http://schemas.openxmlformats.org/drawingml/2006/main">
            <a:pPr>
              <a:buNone/>
              <a:defRPr sz="2100" b="0">
                <a:solidFill>
                  <a:srgbClr val="142C3C"/>
                </a:solidFill>
                <a:latin typeface="Helvetica Neue"/>
                <a:ea typeface="Helvetica Neue"/>
                <a:cs typeface="Helvetica Neue"/>
              </a:defRPr>
            </a:pPr>
            <a:r>
              <a:rPr sz="2100" b="0">
                <a:solidFill>
                  <a:srgbClr val="142C3C"/>
                </a:solidFill>
                <a:latin typeface="Helvetica Neue"/>
                <a:ea typeface="Helvetica Neue"/>
                <a:cs typeface="Helvetica Neue"/>
              </a:rPr>
              <a:t>Qualified archive promotion</a:t>
            </a:r>
          </a:p>
          <a:p xmlns:a="http://schemas.openxmlformats.org/drawingml/2006/main">
            <a:pPr>
              <a:buNone/>
              <a:defRPr sz="2100" b="0">
                <a:solidFill>
                  <a:srgbClr val="142C3C"/>
                </a:solidFill>
                <a:latin typeface="Helvetica Neue"/>
                <a:ea typeface="Helvetica Neue"/>
                <a:cs typeface="Helvetica Neue"/>
              </a:defRPr>
            </a:pPr>
            <a:r>
              <a:rPr sz="2100" b="0">
                <a:solidFill>
                  <a:srgbClr val="142C3C"/>
                </a:solidFill>
                <a:latin typeface="Helvetica Neue"/>
                <a:ea typeface="Helvetica Neue"/>
                <a:cs typeface="Helvetica Neue"/>
              </a:rPr>
              <a:t>Maintenance and inspected repair</a:t>
            </a:r>
          </a:p>
        </p:txBody>
      </p:sp>
      <p:sp>
        <p:nvSpPr>
          <p:cNvPr id="7" name="bounded">
            <a:extLst xmlns:a="http://schemas.openxmlformats.org/drawingml/2006/main">
              <a:ext uri="{FF2B5EF4-FFF2-40B4-BE49-F238E27FC236}">
                <a16:creationId xmlns:a16="http://schemas.microsoft.com/office/drawing/2014/main" id="{F0420DBD-1EAB-465D-B73B-2AC4255EB59B}"/>
              </a:ext>
            </a:extLst>
          </p:cNvPr>
          <p:cNvSpPr>
            <a:spLocks xmlns:a="http://schemas.openxmlformats.org/drawingml/2006/main" noGrp="1"/>
          </p:cNvSpPr>
          <p:nvPr/>
        </p:nvSpPr>
        <p:spPr>
          <a:xfrm xmlns:a="http://schemas.openxmlformats.org/drawingml/2006/main">
            <a:off x="762000" y="5381625"/>
            <a:ext cx="10620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42C3C"/>
                </a:solidFill>
                <a:latin typeface="Helvetica Neue"/>
                <a:ea typeface="Helvetica Neue"/>
                <a:cs typeface="Helvetica Neue"/>
              </a:defRPr>
            </a:defPPr>
          </a:lstStyle>
          <a:p xmlns:a="http://schemas.openxmlformats.org/drawingml/2006/main">
            <a:pPr>
              <a:buNone/>
              <a:defRPr sz="2250" b="1">
                <a:solidFill>
                  <a:srgbClr val="142C3C"/>
                </a:solidFill>
                <a:latin typeface="Helvetica Neue"/>
                <a:ea typeface="Helvetica Neue"/>
                <a:cs typeface="Helvetica Neue"/>
              </a:defRPr>
            </a:pPr>
            <a:r>
              <a:rPr sz="2250" b="1">
                <a:solidFill>
                  <a:srgbClr val="142C3C"/>
                </a:solidFill>
                <a:latin typeface="Helvetica Neue"/>
                <a:ea typeface="Helvetica Neue"/>
                <a:cs typeface="Helvetica Neue"/>
              </a:rPr>
              <a:t>A failed assumption returns a simpler design or further Elaboration</a:t>
            </a:r>
          </a:p>
        </p:txBody>
      </p:sp>
    </p:spTree>
    <p:extLst>
      <p:ext uri="{BB962C8B-B14F-4D97-AF65-F5344CB8AC3E}">
        <p14:creationId xmlns:p14="http://schemas.microsoft.com/office/powerpoint/2010/main" val="825497250"/>
      </p:ext>
    </p:extLst>
  </p:cSld>
</p:sld>
</file>

<file path=ppt/slides/slide9.xml><?xml version="1.0" encoding="utf-8"?>
<p:sld xmlns:p="http://schemas.openxmlformats.org/presentationml/2006/main">
  <p:cSld>
    <p:bg>
      <p:bgPr>
        <a:solidFill xmlns:a="http://schemas.openxmlformats.org/drawingml/2006/main">
          <a:srgbClr val="142C3C"/>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BB559B07-4F1D-4382-8D94-554C262DC57C}"/>
              </a:ext>
            </a:extLst>
          </p:cNvPr>
          <p:cNvSpPr>
            <a:spLocks xmlns:a="http://schemas.openxmlformats.org/drawingml/2006/main" noGrp="1"/>
          </p:cNvSpPr>
          <p:nvPr/>
        </p:nvSpPr>
        <p:spPr>
          <a:xfrm xmlns:a="http://schemas.openxmlformats.org/drawingml/2006/main">
            <a:off x="723900" y="52387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FFFFFF"/>
                </a:solidFill>
                <a:latin typeface="Helvetica Neue"/>
                <a:ea typeface="Helvetica Neue"/>
                <a:cs typeface="Helvetica Neue"/>
              </a:defRPr>
            </a:defPPr>
          </a:lstStyle>
          <a:p xmlns:a="http://schemas.openxmlformats.org/drawingml/2006/main">
            <a:pPr>
              <a:buNone/>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What Elaboration must prove</a:t>
            </a:r>
          </a:p>
        </p:txBody>
      </p:sp>
      <p:sp>
        <p:nvSpPr>
          <p:cNvPr id="2" name="page">
            <a:extLst xmlns:a="http://schemas.openxmlformats.org/drawingml/2006/main">
              <a:ext uri="{FF2B5EF4-FFF2-40B4-BE49-F238E27FC236}">
                <a16:creationId xmlns:a16="http://schemas.microsoft.com/office/drawing/2014/main" id="{EA587FC5-94DE-4F98-8584-86D9E5C16AD1}"/>
              </a:ext>
            </a:extLst>
          </p:cNvPr>
          <p:cNvSpPr>
            <a:spLocks xmlns:a="http://schemas.openxmlformats.org/drawingml/2006/main" noGrp="1"/>
          </p:cNvSpPr>
          <p:nvPr/>
        </p:nvSpPr>
        <p:spPr>
          <a:xfrm xmlns:a="http://schemas.openxmlformats.org/drawingml/2006/main">
            <a:off x="11096625" y="63341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BCE8DF"/>
                </a:solidFill>
                <a:latin typeface="Helvetica Neue"/>
                <a:ea typeface="Helvetica Neue"/>
                <a:cs typeface="Helvetica Neue"/>
              </a:defRPr>
            </a:defPPr>
          </a:lstStyle>
          <a:p xmlns:a="http://schemas.openxmlformats.org/drawingml/2006/main">
            <a:pPr>
              <a:buNone/>
              <a:defRPr sz="1350" b="0">
                <a:solidFill>
                  <a:srgbClr val="BCE8DF"/>
                </a:solidFill>
                <a:latin typeface="Helvetica Neue"/>
                <a:ea typeface="Helvetica Neue"/>
                <a:cs typeface="Helvetica Neue"/>
              </a:defRPr>
            </a:pPr>
            <a:r>
              <a:rPr sz="1350" b="0">
                <a:solidFill>
                  <a:srgbClr val="BCE8DF"/>
                </a:solidFill>
                <a:latin typeface="Helvetica Neue"/>
                <a:ea typeface="Helvetica Neue"/>
                <a:cs typeface="Helvetica Neue"/>
              </a:rPr>
              <a:t>09</a:t>
            </a:r>
          </a:p>
        </p:txBody>
      </p:sp>
      <p:sp>
        <p:nvSpPr>
          <p:cNvPr id="3" name="evidence-title">
            <a:extLst xmlns:a="http://schemas.openxmlformats.org/drawingml/2006/main">
              <a:ext uri="{FF2B5EF4-FFF2-40B4-BE49-F238E27FC236}">
                <a16:creationId xmlns:a16="http://schemas.microsoft.com/office/drawing/2014/main" id="{3DA3E4BC-579A-45D8-8709-B006B89717C6}"/>
              </a:ext>
            </a:extLst>
          </p:cNvPr>
          <p:cNvSpPr>
            <a:spLocks xmlns:a="http://schemas.openxmlformats.org/drawingml/2006/main" noGrp="1"/>
          </p:cNvSpPr>
          <p:nvPr/>
        </p:nvSpPr>
        <p:spPr>
          <a:xfrm xmlns:a="http://schemas.openxmlformats.org/drawingml/2006/main">
            <a:off x="762000" y="1704975"/>
            <a:ext cx="10572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BCE8DF"/>
                </a:solidFill>
                <a:latin typeface="Helvetica Neue"/>
                <a:ea typeface="Helvetica Neue"/>
                <a:cs typeface="Helvetica Neue"/>
              </a:defRPr>
            </a:defPPr>
          </a:lstStyle>
          <a:p xmlns:a="http://schemas.openxmlformats.org/drawingml/2006/main">
            <a:pPr>
              <a:buNone/>
              <a:defRPr sz="2475" b="1">
                <a:solidFill>
                  <a:srgbClr val="BCE8DF"/>
                </a:solidFill>
                <a:latin typeface="Helvetica Neue"/>
                <a:ea typeface="Helvetica Neue"/>
                <a:cs typeface="Helvetica Neue"/>
              </a:defRPr>
            </a:pPr>
            <a:r>
              <a:rPr sz="2475" b="1">
                <a:solidFill>
                  <a:srgbClr val="BCE8DF"/>
                </a:solidFill>
                <a:latin typeface="Helvetica Neue"/>
                <a:ea typeface="Helvetica Neue"/>
                <a:cs typeface="Helvetica Neue"/>
              </a:rPr>
              <a:t>A working delivery cycle</a:t>
            </a:r>
          </a:p>
        </p:txBody>
      </p:sp>
      <p:sp>
        <p:nvSpPr>
          <p:cNvPr id="4" name="evidence">
            <a:extLst xmlns:a="http://schemas.openxmlformats.org/drawingml/2006/main">
              <a:ext uri="{FF2B5EF4-FFF2-40B4-BE49-F238E27FC236}">
                <a16:creationId xmlns:a16="http://schemas.microsoft.com/office/drawing/2014/main" id="{DCCCA4C2-2E18-42BD-ABEE-7606B7AA01DC}"/>
              </a:ext>
            </a:extLst>
          </p:cNvPr>
          <p:cNvSpPr>
            <a:spLocks xmlns:a="http://schemas.openxmlformats.org/drawingml/2006/main" noGrp="1"/>
          </p:cNvSpPr>
          <p:nvPr/>
        </p:nvSpPr>
        <p:spPr>
          <a:xfrm xmlns:a="http://schemas.openxmlformats.org/drawingml/2006/main">
            <a:off x="762000" y="23241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FFFFFF"/>
                </a:solidFill>
                <a:latin typeface="Helvetica Neue"/>
                <a:ea typeface="Helvetica Neue"/>
                <a:cs typeface="Helvetica Neue"/>
              </a:defRPr>
            </a:defPPr>
          </a:lstStyle>
          <a:p xmlns:a="http://schemas.openxmlformats.org/drawingml/2006/main">
            <a:pPr>
              <a:buNone/>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Changes survive integration and deployment preserves history</a:t>
            </a:r>
          </a:p>
          <a:p xmlns:a="http://schemas.openxmlformats.org/drawingml/2006/main">
            <a:pPr>
              <a:buNone/>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Conflicts and failed releases stop safely and can be repaired</a:t>
            </a:r>
          </a:p>
        </p:txBody>
      </p:sp>
      <p:sp>
        <p:nvSpPr>
          <p:cNvPr id="5" name="continue">
            <a:extLst xmlns:a="http://schemas.openxmlformats.org/drawingml/2006/main">
              <a:ext uri="{FF2B5EF4-FFF2-40B4-BE49-F238E27FC236}">
                <a16:creationId xmlns:a16="http://schemas.microsoft.com/office/drawing/2014/main" id="{8D60325A-859E-48C2-A604-3D174DA989F7}"/>
              </a:ext>
            </a:extLst>
          </p:cNvPr>
          <p:cNvSpPr>
            <a:spLocks xmlns:a="http://schemas.openxmlformats.org/drawingml/2006/main" noGrp="1"/>
          </p:cNvSpPr>
          <p:nvPr/>
        </p:nvSpPr>
        <p:spPr>
          <a:xfrm xmlns:a="http://schemas.openxmlformats.org/drawingml/2006/main">
            <a:off x="762000" y="391477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BCE8DF"/>
                </a:solidFill>
                <a:latin typeface="Helvetica Neue"/>
                <a:ea typeface="Helvetica Neue"/>
                <a:cs typeface="Helvetica Neue"/>
              </a:defRPr>
            </a:defPPr>
          </a:lstStyle>
          <a:p xmlns:a="http://schemas.openxmlformats.org/drawingml/2006/main">
            <a:pPr>
              <a:buNone/>
              <a:defRPr sz="2550" b="1">
                <a:solidFill>
                  <a:srgbClr val="BCE8DF"/>
                </a:solidFill>
                <a:latin typeface="Helvetica Neue"/>
                <a:ea typeface="Helvetica Neue"/>
                <a:cs typeface="Helvetica Neue"/>
              </a:defRPr>
            </a:pPr>
            <a:r>
              <a:rPr sz="2550" b="1">
                <a:solidFill>
                  <a:srgbClr val="BCE8DF"/>
                </a:solidFill>
                <a:latin typeface="Helvetica Neue"/>
                <a:ea typeface="Helvetica Neue"/>
                <a:cs typeface="Helvetica Neue"/>
              </a:rPr>
              <a:t>Implementation</a:t>
            </a:r>
          </a:p>
        </p:txBody>
      </p:sp>
      <p:sp>
        <p:nvSpPr>
          <p:cNvPr id="6" name="continue-desc">
            <a:extLst xmlns:a="http://schemas.openxmlformats.org/drawingml/2006/main">
              <a:ext uri="{FF2B5EF4-FFF2-40B4-BE49-F238E27FC236}">
                <a16:creationId xmlns:a16="http://schemas.microsoft.com/office/drawing/2014/main" id="{7FC0C0A1-5EAA-4214-A4C5-1D9852B6C19C}"/>
              </a:ext>
            </a:extLst>
          </p:cNvPr>
          <p:cNvSpPr>
            <a:spLocks xmlns:a="http://schemas.openxmlformats.org/drawingml/2006/main" noGrp="1"/>
          </p:cNvSpPr>
          <p:nvPr/>
        </p:nvSpPr>
        <p:spPr>
          <a:xfrm xmlns:a="http://schemas.openxmlformats.org/drawingml/2006/main">
            <a:off x="762000" y="4514850"/>
            <a:ext cx="32099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FFFFF"/>
                </a:solidFill>
                <a:latin typeface="Helvetica Neue"/>
                <a:ea typeface="Helvetica Neue"/>
                <a:cs typeface="Helvetica Neue"/>
              </a:defRPr>
            </a:defPPr>
          </a:lstStyle>
          <a:p xmlns:a="http://schemas.openxmlformats.org/drawingml/2006/main">
            <a:pPr>
              <a:buNone/>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Use available Oracle tools</a:t>
            </a:r>
          </a:p>
          <a:p xmlns:a="http://schemas.openxmlformats.org/drawingml/2006/main">
            <a:pPr>
              <a:buNone/>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and keep custom code small</a:t>
            </a:r>
          </a:p>
        </p:txBody>
      </p:sp>
      <p:sp>
        <p:nvSpPr>
          <p:cNvPr id="7" name="simplify">
            <a:extLst xmlns:a="http://schemas.openxmlformats.org/drawingml/2006/main">
              <a:ext uri="{FF2B5EF4-FFF2-40B4-BE49-F238E27FC236}">
                <a16:creationId xmlns:a16="http://schemas.microsoft.com/office/drawing/2014/main" id="{5BF644AC-EF3A-4A70-B9D7-81AB9B58A7B6}"/>
              </a:ext>
            </a:extLst>
          </p:cNvPr>
          <p:cNvSpPr>
            <a:spLocks xmlns:a="http://schemas.openxmlformats.org/drawingml/2006/main" noGrp="1"/>
          </p:cNvSpPr>
          <p:nvPr/>
        </p:nvSpPr>
        <p:spPr>
          <a:xfrm xmlns:a="http://schemas.openxmlformats.org/drawingml/2006/main">
            <a:off x="4762500" y="391477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BCE8DF"/>
                </a:solidFill>
                <a:latin typeface="Helvetica Neue"/>
                <a:ea typeface="Helvetica Neue"/>
                <a:cs typeface="Helvetica Neue"/>
              </a:defRPr>
            </a:defPPr>
          </a:lstStyle>
          <a:p xmlns:a="http://schemas.openxmlformats.org/drawingml/2006/main">
            <a:pPr>
              <a:buNone/>
              <a:defRPr sz="2550" b="1">
                <a:solidFill>
                  <a:srgbClr val="BCE8DF"/>
                </a:solidFill>
                <a:latin typeface="Helvetica Neue"/>
                <a:ea typeface="Helvetica Neue"/>
                <a:cs typeface="Helvetica Neue"/>
              </a:defRPr>
            </a:pPr>
            <a:r>
              <a:rPr sz="2550" b="1">
                <a:solidFill>
                  <a:srgbClr val="BCE8DF"/>
                </a:solidFill>
                <a:latin typeface="Helvetica Neue"/>
                <a:ea typeface="Helvetica Neue"/>
                <a:cs typeface="Helvetica Neue"/>
              </a:rPr>
              <a:t>Operation</a:t>
            </a:r>
          </a:p>
        </p:txBody>
      </p:sp>
      <p:sp>
        <p:nvSpPr>
          <p:cNvPr id="8" name="simplify-desc">
            <a:extLst xmlns:a="http://schemas.openxmlformats.org/drawingml/2006/main">
              <a:ext uri="{FF2B5EF4-FFF2-40B4-BE49-F238E27FC236}">
                <a16:creationId xmlns:a16="http://schemas.microsoft.com/office/drawing/2014/main" id="{35A8A45D-12C0-481A-8EA3-4C854F2128E5}"/>
              </a:ext>
            </a:extLst>
          </p:cNvPr>
          <p:cNvSpPr>
            <a:spLocks xmlns:a="http://schemas.openxmlformats.org/drawingml/2006/main" noGrp="1"/>
          </p:cNvSpPr>
          <p:nvPr/>
        </p:nvSpPr>
        <p:spPr>
          <a:xfrm xmlns:a="http://schemas.openxmlformats.org/drawingml/2006/main">
            <a:off x="4762500" y="45148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FFFFF"/>
                </a:solidFill>
                <a:latin typeface="Helvetica Neue"/>
                <a:ea typeface="Helvetica Neue"/>
                <a:cs typeface="Helvetica Neue"/>
              </a:defRPr>
            </a:defPPr>
          </a:lstStyle>
          <a:p xmlns:a="http://schemas.openxmlformats.org/drawingml/2006/main">
            <a:pPr>
              <a:buNone/>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Record setup effort</a:t>
            </a:r>
          </a:p>
          <a:p xmlns:a="http://schemas.openxmlformats.org/drawingml/2006/main">
            <a:pPr>
              <a:buNone/>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and runtime requirements</a:t>
            </a:r>
          </a:p>
        </p:txBody>
      </p:sp>
      <p:sp>
        <p:nvSpPr>
          <p:cNvPr id="9" name="stop">
            <a:extLst xmlns:a="http://schemas.openxmlformats.org/drawingml/2006/main">
              <a:ext uri="{FF2B5EF4-FFF2-40B4-BE49-F238E27FC236}">
                <a16:creationId xmlns:a16="http://schemas.microsoft.com/office/drawing/2014/main" id="{8BB17542-1873-496A-9C56-96B9D3F17206}"/>
              </a:ext>
            </a:extLst>
          </p:cNvPr>
          <p:cNvSpPr>
            <a:spLocks xmlns:a="http://schemas.openxmlformats.org/drawingml/2006/main" noGrp="1"/>
          </p:cNvSpPr>
          <p:nvPr/>
        </p:nvSpPr>
        <p:spPr>
          <a:xfrm xmlns:a="http://schemas.openxmlformats.org/drawingml/2006/main">
            <a:off x="8763000" y="3914775"/>
            <a:ext cx="266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BCE8DF"/>
                </a:solidFill>
                <a:latin typeface="Helvetica Neue"/>
                <a:ea typeface="Helvetica Neue"/>
                <a:cs typeface="Helvetica Neue"/>
              </a:defRPr>
            </a:defPPr>
          </a:lstStyle>
          <a:p xmlns:a="http://schemas.openxmlformats.org/drawingml/2006/main">
            <a:pPr>
              <a:buNone/>
              <a:defRPr sz="2550" b="1">
                <a:solidFill>
                  <a:srgbClr val="BCE8DF"/>
                </a:solidFill>
                <a:latin typeface="Helvetica Neue"/>
                <a:ea typeface="Helvetica Neue"/>
                <a:cs typeface="Helvetica Neue"/>
              </a:defRPr>
            </a:pPr>
            <a:r>
              <a:rPr sz="2550" b="1">
                <a:solidFill>
                  <a:srgbClr val="BCE8DF"/>
                </a:solidFill>
                <a:latin typeface="Helvetica Neue"/>
                <a:ea typeface="Helvetica Neue"/>
                <a:cs typeface="Helvetica Neue"/>
              </a:rPr>
              <a:t>Next phase</a:t>
            </a:r>
          </a:p>
        </p:txBody>
      </p:sp>
      <p:sp>
        <p:nvSpPr>
          <p:cNvPr id="10" name="stop-desc">
            <a:extLst xmlns:a="http://schemas.openxmlformats.org/drawingml/2006/main">
              <a:ext uri="{FF2B5EF4-FFF2-40B4-BE49-F238E27FC236}">
                <a16:creationId xmlns:a16="http://schemas.microsoft.com/office/drawing/2014/main" id="{87512583-A59D-4C82-A5FF-367679DB9E78}"/>
              </a:ext>
            </a:extLst>
          </p:cNvPr>
          <p:cNvSpPr>
            <a:spLocks xmlns:a="http://schemas.openxmlformats.org/drawingml/2006/main" noGrp="1"/>
          </p:cNvSpPr>
          <p:nvPr/>
        </p:nvSpPr>
        <p:spPr>
          <a:xfrm xmlns:a="http://schemas.openxmlformats.org/drawingml/2006/main">
            <a:off x="8763000" y="4514850"/>
            <a:ext cx="266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FFFFF"/>
                </a:solidFill>
                <a:latin typeface="Helvetica Neue"/>
                <a:ea typeface="Helvetica Neue"/>
                <a:cs typeface="Helvetica Neue"/>
              </a:defRPr>
            </a:defPPr>
          </a:lstStyle>
          <a:p xmlns:a="http://schemas.openxmlformats.org/drawingml/2006/main">
            <a:pPr>
              <a:buNone/>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Accept the architecture</a:t>
            </a:r>
          </a:p>
          <a:p xmlns:a="http://schemas.openxmlformats.org/drawingml/2006/main">
            <a:pPr>
              <a:buNone/>
              <a:defRPr sz="1950" b="0">
                <a:solidFill>
                  <a:srgbClr val="FFFFFF"/>
                </a:solidFill>
                <a:latin typeface="Helvetica Neue"/>
                <a:ea typeface="Helvetica Neue"/>
                <a:cs typeface="Helvetica Neue"/>
              </a:defRPr>
            </a:pPr>
            <a:r>
              <a:rPr sz="1950" b="0">
                <a:solidFill>
                  <a:srgbClr val="FFFFFF"/>
                </a:solidFill>
                <a:latin typeface="Helvetica Neue"/>
                <a:ea typeface="Helvetica Neue"/>
                <a:cs typeface="Helvetica Neue"/>
              </a:rPr>
              <a:t>or revise the approach</a:t>
            </a:r>
          </a:p>
        </p:txBody>
      </p:sp>
      <p:sp>
        <p:nvSpPr>
          <p:cNvPr id="11" name="decision">
            <a:extLst xmlns:a="http://schemas.openxmlformats.org/drawingml/2006/main">
              <a:ext uri="{FF2B5EF4-FFF2-40B4-BE49-F238E27FC236}">
                <a16:creationId xmlns:a16="http://schemas.microsoft.com/office/drawing/2014/main" id="{DCB5B4D6-5ADD-4568-B14E-335E5769EFFE}"/>
              </a:ext>
            </a:extLst>
          </p:cNvPr>
          <p:cNvSpPr>
            <a:spLocks xmlns:a="http://schemas.openxmlformats.org/drawingml/2006/main" noGrp="1"/>
          </p:cNvSpPr>
          <p:nvPr/>
        </p:nvSpPr>
        <p:spPr>
          <a:xfrm xmlns:a="http://schemas.openxmlformats.org/drawingml/2006/main">
            <a:off x="762000" y="586740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CE8DF"/>
                </a:solidFill>
                <a:latin typeface="Helvetica Neue"/>
                <a:ea typeface="Helvetica Neue"/>
                <a:cs typeface="Helvetica Neue"/>
              </a:defRPr>
            </a:defPPr>
          </a:lstStyle>
          <a:p xmlns:a="http://schemas.openxmlformats.org/drawingml/2006/main">
            <a:pPr>
              <a:buNone/>
              <a:defRPr sz="1875" b="0">
                <a:solidFill>
                  <a:srgbClr val="BCE8DF"/>
                </a:solidFill>
                <a:latin typeface="Helvetica Neue"/>
                <a:ea typeface="Helvetica Neue"/>
                <a:cs typeface="Helvetica Neue"/>
              </a:defRPr>
            </a:pPr>
            <a:r>
              <a:rPr sz="1875" b="0">
                <a:solidFill>
                  <a:srgbClr val="BCE8DF"/>
                </a:solidFill>
                <a:latin typeface="Helvetica Neue"/>
                <a:ea typeface="Helvetica Neue"/>
                <a:cs typeface="Helvetica Neue"/>
              </a:rPr>
              <a:t>Next step: review the prototype scope before implementation</a:t>
            </a:r>
          </a:p>
        </p:txBody>
      </p:sp>
    </p:spTree>
    <p:extLst>
      <p:ext uri="{BB962C8B-B14F-4D97-AF65-F5344CB8AC3E}">
        <p14:creationId xmlns:p14="http://schemas.microsoft.com/office/powerpoint/2010/main" val="16908812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2026-10-16T18:06:16.5840000Z</dcterms:created>
  <dcterms:modified xsi:type="dcterms:W3CDTF">2026-10-16T18:06:16.5840000Z</dcterms:modified>
</coreProperties>
</file>