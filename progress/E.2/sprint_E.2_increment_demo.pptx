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f1b4f23c4b4a6d" /><Relationship Type="http://schemas.openxmlformats.org/officeDocument/2006/relationships/extended-properties" Target="/docProps/app.xml" Id="R5a6ed77268ee4a8b" /><Relationship Type="http://schemas.openxmlformats.org/officeDocument/2006/relationships/officeDocument" Target="/ppt/presentation.xml" Id="R91daf2b450f44a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820c9d050e4033"/>
  </p:sldMasterIdLst>
  <p:notesMasterIdLst>
    <p:notesMasterId xmlns:r="http://schemas.openxmlformats.org/officeDocument/2006/relationships" r:id="R711a0a19bde1432a"/>
  </p:notesMasterIdLst>
  <p:sldIdLst>
    <p:sldId xmlns:r="http://schemas.openxmlformats.org/officeDocument/2006/relationships" id="256" r:id="R1a55e143696e4bc6"/>
    <p:sldId xmlns:r="http://schemas.openxmlformats.org/officeDocument/2006/relationships" id="257" r:id="Rc0788576a2984e41"/>
    <p:sldId xmlns:r="http://schemas.openxmlformats.org/officeDocument/2006/relationships" id="258" r:id="R2a28799e3ab343cf"/>
    <p:sldId xmlns:r="http://schemas.openxmlformats.org/officeDocument/2006/relationships" id="259" r:id="Rcab006b1f19c4ac2"/>
    <p:sldId xmlns:r="http://schemas.openxmlformats.org/officeDocument/2006/relationships" id="260" r:id="Rc700ede8a55548ac"/>
    <p:sldId xmlns:r="http://schemas.openxmlformats.org/officeDocument/2006/relationships" id="261" r:id="Rbc7510daa62d4864"/>
    <p:sldId xmlns:r="http://schemas.openxmlformats.org/officeDocument/2006/relationships" id="262" r:id="R6f3a7735a3344e01"/>
    <p:sldId xmlns:r="http://schemas.openxmlformats.org/officeDocument/2006/relationships" id="263" r:id="R8238baedd6cd4b28"/>
    <p:sldId xmlns:r="http://schemas.openxmlformats.org/officeDocument/2006/relationships" id="264" r:id="R01721363c88b40e4"/>
    <p:sldId xmlns:r="http://schemas.openxmlformats.org/officeDocument/2006/relationships" id="265" r:id="R750b168f24854825"/>
    <p:sldId xmlns:r="http://schemas.openxmlformats.org/officeDocument/2006/relationships" id="266" r:id="R72e95801725944b1"/>
    <p:sldId xmlns:r="http://schemas.openxmlformats.org/officeDocument/2006/relationships" id="267" r:id="R976a509761564586"/>
    <p:sldId xmlns:r="http://schemas.openxmlformats.org/officeDocument/2006/relationships" id="268" r:id="Rae9061a692c54b51"/>
    <p:sldId xmlns:r="http://schemas.openxmlformats.org/officeDocument/2006/relationships" id="269" r:id="R0c123e30fe5845be"/>
    <p:sldId xmlns:r="http://schemas.openxmlformats.org/officeDocument/2006/relationships" id="270" r:id="R34b28638756444ea"/>
    <p:sldId xmlns:r="http://schemas.openxmlformats.org/officeDocument/2006/relationships" id="271" r:id="Rc121da1296f74b7b"/>
    <p:sldId xmlns:r="http://schemas.openxmlformats.org/officeDocument/2006/relationships" id="272" r:id="R12facdc5d2174b00"/>
    <p:sldId xmlns:r="http://schemas.openxmlformats.org/officeDocument/2006/relationships" id="273" r:id="Rca7ab1e1f05c4a4c"/>
    <p:sldId xmlns:r="http://schemas.openxmlformats.org/officeDocument/2006/relationships" id="274" r:id="R36e33801a08f4b84"/>
    <p:sldId xmlns:r="http://schemas.openxmlformats.org/officeDocument/2006/relationships" id="275" r:id="R8a7e4746aa654f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52e51fb3504291" /><Relationship Type="http://schemas.openxmlformats.org/officeDocument/2006/relationships/slideMaster" Target="/ppt/slideMasters/slideMaster1.xml" Id="Reb820c9d050e4033" /><Relationship Type="http://schemas.openxmlformats.org/officeDocument/2006/relationships/notesMaster" Target="/ppt/notesMasters/notesMaster1.xml" Id="R711a0a19bde1432a" /><Relationship Type="http://schemas.openxmlformats.org/officeDocument/2006/relationships/presProps" Target="/ppt/presProps.xml" Id="R538f2049ea0143e9" /><Relationship Type="http://schemas.openxmlformats.org/officeDocument/2006/relationships/tableStyles" Target="/ppt/tableStyles.xml" Id="R2c1b6cb32116461d" /><Relationship Type="http://schemas.openxmlformats.org/officeDocument/2006/relationships/slide" Target="/ppt/slides/slide1.xml" Id="R1a55e143696e4bc6" /><Relationship Type="http://schemas.openxmlformats.org/officeDocument/2006/relationships/slide" Target="/ppt/slides/slide2.xml" Id="Rc0788576a2984e41" /><Relationship Type="http://schemas.openxmlformats.org/officeDocument/2006/relationships/slide" Target="/ppt/slides/slide3.xml" Id="R2a28799e3ab343cf" /><Relationship Type="http://schemas.openxmlformats.org/officeDocument/2006/relationships/slide" Target="/ppt/slides/slide4.xml" Id="Rcab006b1f19c4ac2" /><Relationship Type="http://schemas.openxmlformats.org/officeDocument/2006/relationships/slide" Target="/ppt/slides/slide5.xml" Id="Rc700ede8a55548ac" /><Relationship Type="http://schemas.openxmlformats.org/officeDocument/2006/relationships/slide" Target="/ppt/slides/slide6.xml" Id="Rbc7510daa62d4864" /><Relationship Type="http://schemas.openxmlformats.org/officeDocument/2006/relationships/slide" Target="/ppt/slides/slide7.xml" Id="R6f3a7735a3344e01" /><Relationship Type="http://schemas.openxmlformats.org/officeDocument/2006/relationships/slide" Target="/ppt/slides/slide8.xml" Id="R8238baedd6cd4b28" /><Relationship Type="http://schemas.openxmlformats.org/officeDocument/2006/relationships/slide" Target="/ppt/slides/slide9.xml" Id="R01721363c88b40e4" /><Relationship Type="http://schemas.openxmlformats.org/officeDocument/2006/relationships/slide" Target="/ppt/slides/slide10.xml" Id="R750b168f24854825" /><Relationship Type="http://schemas.openxmlformats.org/officeDocument/2006/relationships/slide" Target="/ppt/slides/slide11.xml" Id="R72e95801725944b1" /><Relationship Type="http://schemas.openxmlformats.org/officeDocument/2006/relationships/slide" Target="/ppt/slides/slide12.xml" Id="R976a509761564586" /><Relationship Type="http://schemas.openxmlformats.org/officeDocument/2006/relationships/slide" Target="/ppt/slides/slide13.xml" Id="Rae9061a692c54b51" /><Relationship Type="http://schemas.openxmlformats.org/officeDocument/2006/relationships/slide" Target="/ppt/slides/slide14.xml" Id="R0c123e30fe5845be" /><Relationship Type="http://schemas.openxmlformats.org/officeDocument/2006/relationships/slide" Target="/ppt/slides/slide15.xml" Id="R34b28638756444ea" /><Relationship Type="http://schemas.openxmlformats.org/officeDocument/2006/relationships/slide" Target="/ppt/slides/slide16.xml" Id="Rc121da1296f74b7b" /><Relationship Type="http://schemas.openxmlformats.org/officeDocument/2006/relationships/slide" Target="/ppt/slides/slide17.xml" Id="R12facdc5d2174b00" /><Relationship Type="http://schemas.openxmlformats.org/officeDocument/2006/relationships/slide" Target="/ppt/slides/slide18.xml" Id="Rca7ab1e1f05c4a4c" /><Relationship Type="http://schemas.openxmlformats.org/officeDocument/2006/relationships/slide" Target="/ppt/slides/slide19.xml" Id="R36e33801a08f4b84" /><Relationship Type="http://schemas.openxmlformats.org/officeDocument/2006/relationships/slide" Target="/ppt/slides/slide20.xml" Id="R8a7e4746aa654f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3b595e189f4b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0a31ec5bf842a0" /><Relationship Type="http://schemas.openxmlformats.org/officeDocument/2006/relationships/notesMaster" Target="/ppt/notesMasters/notesMaster1.xml" Id="R351efd5da6d246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29201456304989" /><Relationship Type="http://schemas.openxmlformats.org/officeDocument/2006/relationships/notesMaster" Target="/ppt/notesMasters/notesMaster1.xml" Id="R1ebcfde998ef48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b6924f2977490c" /><Relationship Type="http://schemas.openxmlformats.org/officeDocument/2006/relationships/notesMaster" Target="/ppt/notesMasters/notesMaster1.xml" Id="Rc79824f741de4c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d22d814a14404c" /><Relationship Type="http://schemas.openxmlformats.org/officeDocument/2006/relationships/notesMaster" Target="/ppt/notesMasters/notesMaster1.xml" Id="Rc8af8075293d46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7caee17c0340a6" /><Relationship Type="http://schemas.openxmlformats.org/officeDocument/2006/relationships/notesMaster" Target="/ppt/notesMasters/notesMaster1.xml" Id="Re35e3a6e81e44e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1e532e646841d8" /><Relationship Type="http://schemas.openxmlformats.org/officeDocument/2006/relationships/notesMaster" Target="/ppt/notesMasters/notesMaster1.xml" Id="R7db17c5f86254f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a9a9f1ab2e42c3" /><Relationship Type="http://schemas.openxmlformats.org/officeDocument/2006/relationships/notesMaster" Target="/ppt/notesMasters/notesMaster1.xml" Id="R8796764ed01645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50ad1c93094e7c" /><Relationship Type="http://schemas.openxmlformats.org/officeDocument/2006/relationships/notesMaster" Target="/ppt/notesMasters/notesMaster1.xml" Id="Rd8dd93d806d04c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f3c197c35f4f24" /><Relationship Type="http://schemas.openxmlformats.org/officeDocument/2006/relationships/notesMaster" Target="/ppt/notesMasters/notesMaster1.xml" Id="R2b1f4284841d42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d0fcc6bc434135" /><Relationship Type="http://schemas.openxmlformats.org/officeDocument/2006/relationships/notesMaster" Target="/ppt/notesMasters/notesMaster1.xml" Id="R45c3b618a7a3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587bf8df3643b7" /><Relationship Type="http://schemas.openxmlformats.org/officeDocument/2006/relationships/notesMaster" Target="/ppt/notesMasters/notesMaster1.xml" Id="Rbe50315a96b247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59d10e33a74cfa" /><Relationship Type="http://schemas.openxmlformats.org/officeDocument/2006/relationships/notesMaster" Target="/ppt/notesMasters/notesMaster1.xml" Id="R8267eebf5a3842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e4d308a2384259" /><Relationship Type="http://schemas.openxmlformats.org/officeDocument/2006/relationships/notesMaster" Target="/ppt/notesMasters/notesMaster1.xml" Id="Rbc6736997120459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4979ee7e734569" /><Relationship Type="http://schemas.openxmlformats.org/officeDocument/2006/relationships/notesMaster" Target="/ppt/notesMasters/notesMaster1.xml" Id="Re8df6565ea6c44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f46ce655e34edd" /><Relationship Type="http://schemas.openxmlformats.org/officeDocument/2006/relationships/notesMaster" Target="/ppt/notesMasters/notesMaster1.xml" Id="R64b6a35f606341b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62b9089ac64b06" /><Relationship Type="http://schemas.openxmlformats.org/officeDocument/2006/relationships/notesMaster" Target="/ppt/notesMasters/notesMaster1.xml" Id="R3112a8ebe02447e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e6434d3e104d38" /><Relationship Type="http://schemas.openxmlformats.org/officeDocument/2006/relationships/notesMaster" Target="/ppt/notesMasters/notesMaster1.xml" Id="Rbb0242fae0614c6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a2e11dda474459e" /><Relationship Type="http://schemas.openxmlformats.org/officeDocument/2006/relationships/notesMaster" Target="/ppt/notesMasters/notesMaster1.xml" Id="Rc4f8f1d333a04b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cb4ec139bef4b9c" /><Relationship Type="http://schemas.openxmlformats.org/officeDocument/2006/relationships/notesMaster" Target="/ppt/notesMasters/notesMaster1.xml" Id="R9c6db16be6c44ac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af3dcea7a364774" /><Relationship Type="http://schemas.openxmlformats.org/officeDocument/2006/relationships/notesMaster" Target="/ppt/notesMasters/notesMaster1.xml" Id="R37129695dadf4b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https://docs.oracle.com/en/database/oracle/apex/24.2/htmdb/about-working-copies.html</a:t>
            </a:r>
          </a:p>
          <a:p xmlns:a="http://schemas.openxmlformats.org/drawingml/2006/main">
            <a:r>
              <a:t>Repository source: refs/apex-lifecycle-management-v3.pdf (pages 12–14, 32)</a:t>
            </a:r>
          </a:p>
          <a:p xmlns:a="http://schemas.openxmlformats.org/drawingml/2006/main">
            <a:r>
              <a:t>https://docs.oracle.com/en/error-help/db/ora-08177/</a:t>
            </a:r>
          </a:p>
          <a:p xmlns:a="http://schemas.openxmlformats.org/drawingml/2006/main">
            <a:r>
              <a:t>https://docs.oracle.com/en/database/oracle/oracle-database/26/admin/oracle-scheduler-concepts.html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before/after: identities-upgrade-before.json and identities-upgrade-after.json in the retained run/evidence bundle. E.1 fixed-offset evidence belongs to its own importer.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https://docs.oracle.com/en/database/oracle/apex/24.2/aeapi/SET_OFFSET-Procedure.html</a:t>
            </a:r>
          </a:p>
          <a:p xmlns:a="http://schemas.openxmlformats.org/drawingml/2006/main">
            <a:r>
              <a:t>Local actual evidence: identities-upgrade-before.json / identities-upgrade-after.json; no private-report-loss claim.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https://docs.oracle.com/en/database/oracle/sql-developer-command-line/25.3/sqcug/project-command.html</a:t>
            </a:r>
          </a:p>
          <a:p xmlns:a="http://schemas.openxmlformats.org/drawingml/2006/main">
            <a:r>
              <a:t>Repository source: refs/apex-lifecycle-management-v3.pdf (pages 18–30)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https://docs.oracle.com/en/database/oracle/apex/24.2/htmdb/using-shared-component-subscriptions.html</a:t>
            </a:r>
          </a:p>
          <a:p xmlns:a="http://schemas.openxmlformats.org/drawingml/2006/main">
            <a:r>
              <a:t>https://semver.org/spec/v2.0.0.html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and reproduction: progress/E.2/sprint_E.2_increment_demo.md. Primary Oracle sources and evidence limits: progress/E.2/oracle-gap-analysis.md.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requirements/design and actual exercise ledger linked in the walkthrough.</a:t>
            </a:r>
          </a:p>
          <a:p xmlns:a="http://schemas.openxmlformats.org/drawingml/2006/main">
            <a:r>
              <a:t>Walkthrough: progress/E.2/sprint_E.2_increment_demo.md; actual outcomes: progress/E.2/sprint_E.2_tests.md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ff73ce2b934e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f39784a3740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2508ce2a84c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a8c0218b546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0cf2564b3646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0db6706f5f4b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3B0988-F00F-4E6C-895F-95A2E9538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666BD89-6903-43F1-A11A-3023AB5EFA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8C7A1A7-EE02-4923-9854-4F75D9A21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70D3BC-CF19-4857-A026-A89DAD3BF0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691B559-5C68-4875-BBCA-F1D1EAC6C1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27D87F8-C114-4E8F-9A20-CB36F33102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B3FEC9A-B547-4061-ABBE-7C9EC98A78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15BDBF-662C-4E8D-AC83-A164A4C81FB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572E38-51E4-4499-A9B0-D0DAC7763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F708EB0-777F-4B3D-B476-DA1E3915F0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66cd1384484308" /><Relationship Type="http://schemas.openxmlformats.org/officeDocument/2006/relationships/slideLayout" Target="/ppt/slideLayouts/slideLayout1.xml" Id="Rd054dcab05184c4f" /><Relationship Type="http://schemas.openxmlformats.org/officeDocument/2006/relationships/slideLayout" Target="/ppt/slideLayouts/slideLayout2.xml" Id="Re7cca5d3a3ec49c2" /><Relationship Type="http://schemas.openxmlformats.org/officeDocument/2006/relationships/slideLayout" Target="/ppt/slideLayouts/slideLayout3.xml" Id="R7cd87e6e5e5c4fba" /><Relationship Type="http://schemas.openxmlformats.org/officeDocument/2006/relationships/slideLayout" Target="/ppt/slideLayouts/slideLayout4.xml" Id="R053509f8006a4379" /><Relationship Type="http://schemas.openxmlformats.org/officeDocument/2006/relationships/slideLayout" Target="/ppt/slideLayouts/slideLayout5.xml" Id="R3e29f8ff17144e5e" /><Relationship Type="http://schemas.openxmlformats.org/officeDocument/2006/relationships/slideLayout" Target="/ppt/slideLayouts/slideLayout6.xml" Id="Ra09ad217f41f4e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54dcab05184c4f"/>
    <p:sldLayoutId xmlns:r="http://schemas.openxmlformats.org/officeDocument/2006/relationships" id="2147483650" r:id="Re7cca5d3a3ec49c2"/>
    <p:sldLayoutId xmlns:r="http://schemas.openxmlformats.org/officeDocument/2006/relationships" id="2147483651" r:id="R7cd87e6e5e5c4fba"/>
    <p:sldLayoutId xmlns:r="http://schemas.openxmlformats.org/officeDocument/2006/relationships" id="2147483652" r:id="R053509f8006a4379"/>
    <p:sldLayoutId xmlns:r="http://schemas.openxmlformats.org/officeDocument/2006/relationships" id="2147483653" r:id="R3e29f8ff17144e5e"/>
    <p:sldLayoutId xmlns:r="http://schemas.openxmlformats.org/officeDocument/2006/relationships" id="2147483654" r:id="Ra09ad217f41f4e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7d638405ed47a1" /><Relationship Type="http://schemas.openxmlformats.org/officeDocument/2006/relationships/notesSlide" Target="/ppt/notesSlides/notesSlide1.xml" Id="R855cd0e71b6a42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808d8d630a4d0f" /><Relationship Type="http://schemas.openxmlformats.org/officeDocument/2006/relationships/notesSlide" Target="/ppt/notesSlides/notesSlide2.xml" Id="Rcc368114904e4e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13776393e84858" /><Relationship Type="http://schemas.openxmlformats.org/officeDocument/2006/relationships/notesSlide" Target="/ppt/notesSlides/notesSlide3.xml" Id="R687bdd63020147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272b36ee864d75" /><Relationship Type="http://schemas.openxmlformats.org/officeDocument/2006/relationships/notesSlide" Target="/ppt/notesSlides/notesSlide4.xml" Id="Rcb0e75f6f3e347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6831e8aa904976" /><Relationship Type="http://schemas.openxmlformats.org/officeDocument/2006/relationships/notesSlide" Target="/ppt/notesSlides/notesSlide5.xml" Id="R162ef57072c843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bbd20c24f64b5b" /><Relationship Type="http://schemas.openxmlformats.org/officeDocument/2006/relationships/notesSlide" Target="/ppt/notesSlides/notesSlide6.xml" Id="R3db3e1901c3545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4d5577d1194aa1" /><Relationship Type="http://schemas.openxmlformats.org/officeDocument/2006/relationships/notesSlide" Target="/ppt/notesSlides/notesSlide7.xml" Id="R29c2d712324443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e955ea3c194806" /><Relationship Type="http://schemas.openxmlformats.org/officeDocument/2006/relationships/notesSlide" Target="/ppt/notesSlides/notesSlide8.xml" Id="R0ef00f8cfa5e43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7f602dc18d45ed" /><Relationship Type="http://schemas.openxmlformats.org/officeDocument/2006/relationships/notesSlide" Target="/ppt/notesSlides/notesSlide9.xml" Id="R2d27be0adf4549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c9daafa12d4384" /><Relationship Type="http://schemas.openxmlformats.org/officeDocument/2006/relationships/notesSlide" Target="/ppt/notesSlides/notesSlide10.xml" Id="R3e2a3a979ea143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ddcad4352d4153" /><Relationship Type="http://schemas.openxmlformats.org/officeDocument/2006/relationships/image" Target="/ppt/media/image.jpeg" Id="Rfbf473433c0c470a" /><Relationship Type="http://schemas.openxmlformats.org/officeDocument/2006/relationships/notesSlide" Target="/ppt/notesSlides/notesSlide11.xml" Id="R0a657a99eac843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5a9b8a7b354771" /><Relationship Type="http://schemas.openxmlformats.org/officeDocument/2006/relationships/image" Target="/ppt/media/image2.jpeg" Id="R2a659b8fcf9e43fa" /><Relationship Type="http://schemas.openxmlformats.org/officeDocument/2006/relationships/notesSlide" Target="/ppt/notesSlides/notesSlide12.xml" Id="R33e61f95502847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2a0eeab47d44cc" /><Relationship Type="http://schemas.openxmlformats.org/officeDocument/2006/relationships/image" Target="/ppt/media/image3.jpeg" Id="Rcf783d8a9e1447e9" /><Relationship Type="http://schemas.openxmlformats.org/officeDocument/2006/relationships/notesSlide" Target="/ppt/notesSlides/notesSlide13.xml" Id="Rb2b1e777e01d49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d3be5ffbc44df2" /><Relationship Type="http://schemas.openxmlformats.org/officeDocument/2006/relationships/notesSlide" Target="/ppt/notesSlides/notesSlide14.xml" Id="Rc52eee8835e148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defcff41764739" /><Relationship Type="http://schemas.openxmlformats.org/officeDocument/2006/relationships/notesSlide" Target="/ppt/notesSlides/notesSlide15.xml" Id="Re3d487a1342749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0dcfe7435b4534" /><Relationship Type="http://schemas.openxmlformats.org/officeDocument/2006/relationships/notesSlide" Target="/ppt/notesSlides/notesSlide16.xml" Id="R4b8eb7d1fcc146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357101fa1e4c77" /><Relationship Type="http://schemas.openxmlformats.org/officeDocument/2006/relationships/notesSlide" Target="/ppt/notesSlides/notesSlide17.xml" Id="R2427af6e58bb40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f50ecdaf7344ae" /><Relationship Type="http://schemas.openxmlformats.org/officeDocument/2006/relationships/notesSlide" Target="/ppt/notesSlides/notesSlide18.xml" Id="R81c018790e0a4b3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a66e7ad85f43fa" /><Relationship Type="http://schemas.openxmlformats.org/officeDocument/2006/relationships/notesSlide" Target="/ppt/notesSlides/notesSlide19.xml" Id="R63a8e67814054e3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fd906213940c2" /><Relationship Type="http://schemas.openxmlformats.org/officeDocument/2006/relationships/notesSlide" Target="/ppt/notesSlides/notesSlide20.xml" Id="R1c09bde6b0314b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975B44A-E33C-4426-B0E7-6898333A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E.2 · Oracle lifecycle assessment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4B7C3A3-7F55-4536-9652-00019EA0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001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285E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285E6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85E69"/>
                </a:solidFill>
                <a:latin typeface="Arial"/>
                <a:ea typeface="Arial"/>
                <a:cs typeface="Arial"/>
              </a:rPr>
              <a:t>Give developers flexibility through stable,</a:t>
            </a:r>
          </a:p>
          <a:p xmlns:a="http://schemas.openxmlformats.org/drawingml/2006/main">
            <a:pPr>
              <a:defRPr sz="2550" b="0">
                <a:solidFill>
                  <a:srgbClr val="285E6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85E69"/>
                </a:solidFill>
                <a:latin typeface="Arial"/>
                <a:ea typeface="Arial"/>
                <a:cs typeface="Arial"/>
              </a:rPr>
              <a:t>industry-standard tools and techniques.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8BC3754-E309-475B-B194-7199E5AB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315386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C80787-802A-4ECF-A71E-87A002B0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What we will inspect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5F6BC9-3073-4726-886E-57C7D6F9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1. Scope and owned laboratory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2. PROJECT capture and delivery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3. Working Copies and team checkpoints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4. Contract admission and failure evidence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5. Recommendations, dependencies and decisions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61A31D9-15D2-4187-B5AB-00360B3A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2660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EDF5E61-AD31-42F0-BA83-5545A75F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One checkpoint, complementary capabilities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07C53A-31A1-4E58-9B74-15FECD86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APEX Main owns the agreed authoring state.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Working Copies support selected metadata changes.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PROJECT captures Main and stages native migrations.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Git retains reviewed source and distribution.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E.1 controls remain where requirements need them.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D47AD5B-9534-4C37-9D66-3687D22C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293309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B1E68FE-FAB1-4B01-88EC-E651F63B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Scope and honest evidence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2687B7-B5A6-4661-891D-02EE46E3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Disposable Elaboration fixture; preserved E.1 history.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APEX 24.2.0 · SQLcl 25.3.0.274.1210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Oracle AI Database 26ai Free, 23.26.3.0.0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Owned authoring, fresh and populated targets.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No production adoption or complex Foundation upgrade.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6EF6DF8-4092-421C-B81F-F7348BB2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49234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06A84E0-C421-4F5A-8A30-494559D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A · Inspect before mutation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CA7247-13C5-4E83-981D-8493A59C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Identify the retained run, exact versions and owned resources.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Missing infrastructure requires an explicit lab decision.</a:t>
            </a:r>
          </a:p>
        </p:txBody>
      </p:sp>
      <p:sp>
        <p:nvSpPr>
          <p:cNvPr id="3" name="commands">
            <a:extLst xmlns:a="http://schemas.openxmlformats.org/drawingml/2006/main">
              <a:ext uri="{FF2B5EF4-FFF2-40B4-BE49-F238E27FC236}">
                <a16:creationId xmlns:a16="http://schemas.microsoft.com/office/drawing/2014/main" id="{0727E16A-24E7-4256-96D8-731A7B93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05D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5D6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5D69"/>
                </a:solidFill>
                <a:latin typeface="Arial"/>
                <a:ea typeface="Arial"/>
                <a:cs typeface="Arial"/>
              </a:rPr>
              <a:t>E2_RUN=e2-20261019-01</a:t>
            </a:r>
          </a:p>
          <a:p xmlns:a="http://schemas.openxmlformats.org/drawingml/2006/main">
            <a:pPr>
              <a:defRPr sz="1950" b="0">
                <a:solidFill>
                  <a:srgbClr val="205D6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5D69"/>
                </a:solidFill>
                <a:latin typeface="Arial"/>
                <a:ea typeface="Arial"/>
                <a:cs typeface="Arial"/>
              </a:rPr>
              <a:t>bash scripts/cicd-oracle-lifecycle-A_prepare.sh \</a:t>
            </a:r>
          </a:p>
          <a:p xmlns:a="http://schemas.openxmlformats.org/drawingml/2006/main">
            <a:pPr>
              <a:defRPr sz="1950" b="0">
                <a:solidFill>
                  <a:srgbClr val="205D6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5D69"/>
                </a:solidFill>
                <a:latin typeface="Arial"/>
                <a:ea typeface="Arial"/>
                <a:cs typeface="Arial"/>
              </a:rPr>
              <a:t>  --preflight --run "$E2_RUN"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29B3F0A-2082-4730-AFB2-C278E9DA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79162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5BD21D-728E-4420-B4CC-ECDCFF33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B · Native PROJECT journey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1B8CE3-B493-4DF4-A3B4-86969B5E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Initialize one Git repository. Capture Main plus schema.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Review native staging and intentional seed/patch SQL.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Generate a prerelease candidate; bind exact bytes.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Qualify fresh install before populated-target upgrade.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Inspect repeat behavior and retained user data.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6152E33-5C55-4A3D-9578-9571329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9236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B22EE1-60B4-4C4E-AAFF-6C1B0923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Supported mapping, deliberate data changes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88F8FDE-6D5F-4643-90E6-A2A1DFA8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Oracle defaults-file hook maps workspace, schema and app ID.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Initial native install: 7 changesets. Patch fresh: 9.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Populated patch: 3 run / 6 previous; repeat: 0 run.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Retained user setting and exact history fields survived.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Candidate success does not authorize formal release.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CD5A5B4-59F5-460B-B873-72FD6A5B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099937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A0F30A-8B0F-4BA3-8C94-575478F2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Observed blocker · full native verification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FC7F656-CEB6-427C-90AF-A8D4C19B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Slash-containing stage branches expose a path mismatch.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Slashless branches remove that error; full verify still fails.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Initial: APEX SQL missing. Combined comparison: all six SQL files.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Other checks report matching source/distribution changes.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No formal release; inspect the retained Errors summary.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3E9BE36-A363-46F5-BA28-64A867D1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149123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7200AF-2C9F-4FDC-A840-9E7859F9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Existing repository · bounded coexistence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CD3282-2DC2-475D-AE81-2A46E90C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PROJECT init preserved 117 of 118 frozen input files.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It overwrote README.md; Git restored the original bytes.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Generated README was retained separately.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Physical coexistence needs a reviewed adoption procedure.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Existing E.1 migration history is not adopted automatically.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1E591AA-E4C8-4E5B-A91E-F1218A57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169762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799EB8-F45A-4502-B512-7FFDA1BF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C · Working Copies feed the same repository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28834B-ED62-49CD-9020-A1DCD48D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Copy page 1 and Main page 2 changed independently.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Selective Refresh then Merge retained both agreed edits.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Main and copy used the same parsing schema.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 team checkpoint is exported from agreed Main.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Two no-edit PROJECT captures produced zero source differences.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600CE13-504B-4D90-AD0B-AF73BD29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383607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098B416-7326-4904-B8BE-2583E7B6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Selected changes · inspect before confirming</a:t>
            </a:r>
          </a:p>
        </p:txBody>
      </p:sp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52A3EFCB-B094-4E63-AD65-D7570809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Native confirmation identifies selected pages and direction.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Back up the target before the controlled merge.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4F542-2A18-4DA9-8877-6EFBD13D87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473433c0c470a"/>
          <a:stretch xmlns:a="http://schemas.openxmlformats.org/drawingml/2006/main"/>
        </p:blipFill>
        <p:spPr>
          <a:xfrm xmlns:a="http://schemas.openxmlformats.org/drawingml/2006/main">
            <a:off x="5104764" y="3143250"/>
            <a:ext cx="1982472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D2BBFC3-DDC6-4B82-84EF-7DDFAA41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906451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A2EDAA5-80ED-482F-AEA4-1D199BAD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Failure · stale page replacement</a:t>
            </a:r>
          </a:p>
        </p:txBody>
      </p:sp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9BB48B13-6FDD-4EA3-9422-DDF09F02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Two-way YAML diff exposed conflicting page titles.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Deliberate merge replaced the newer Main title.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Recovery: restore Main → selective Refresh → explicit reapply.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This requires coordination; it is not a three-way conflict resolver.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8102E-BD2A-400F-8229-7653D78EAE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59b8fcf9e43fa"/>
          <a:stretch xmlns:a="http://schemas.openxmlformats.org/drawingml/2006/main"/>
        </p:blipFill>
        <p:spPr>
          <a:xfrm xmlns:a="http://schemas.openxmlformats.org/drawingml/2006/main">
            <a:off x="5104880" y="3143250"/>
            <a:ext cx="1982241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2F1AB2D-2D04-4145-9A9A-7FD291E7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199213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52E72B96-042E-4D8E-9AE5-781044A7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Deletion · explicit Main decision</a:t>
            </a:r>
          </a:p>
        </p:txBody>
      </p:sp>
      <p:sp>
        <p:nvSpPr>
          <p:cNvPr id="2" name="context">
            <a:extLst xmlns:a="http://schemas.openxmlformats.org/drawingml/2006/main">
              <a:ext uri="{FF2B5EF4-FFF2-40B4-BE49-F238E27FC236}">
                <a16:creationId xmlns:a16="http://schemas.microsoft.com/office/drawing/2014/main" id="{22319704-1C2A-4888-91B2-7CB9B8A4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Deleting copy page 2 produced Missing component differences.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The agreed Main checkpoint retained page 2.</a:t>
            </a:r>
          </a:p>
          <a:p xmlns:a="http://schemas.openxmlformats.org/drawingml/2006/main">
            <a:pPr>
              <a:defRPr sz="2025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Abandoning the copy left Main intact.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2FE29-6AFC-49D1-8FD3-02EE8ABFA8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83d8a9e1447e9"/>
          <a:stretch xmlns:a="http://schemas.openxmlformats.org/drawingml/2006/main"/>
        </p:blipFill>
        <p:spPr>
          <a:xfrm xmlns:a="http://schemas.openxmlformats.org/drawingml/2006/main">
            <a:off x="5104764" y="3143250"/>
            <a:ext cx="1982472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CD7CAFE-1782-4572-9181-59CC1486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41783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01DBF9-A26B-4CF3-832B-A9F9433C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Usability · asynchronous comparison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FCC5FA-18B9-43BB-8152-4F935A4B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Wait for comparison completion; initial zero counts were transient.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One comparison failed ORA-08177; read-only retry succeeded.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Scheduler limits were raised from 1 to 10 with approval.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Earlier completion preceded the change: no speedup claim.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No multi-user page-lock contention is claimed.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BD0D349-C599-408A-8CAD-AB9B18CF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814726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936FCD-DA35-4C25-BF69-4829EEAC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Reconstruct the combined checkpoint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ABCFF24-777E-4D16-975B-C402C81E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Both page titles survived native fresh/populated delivery.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The same Main state also reconstructed by split export/import.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Actual LOV values and Hello World passed database checks.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Browser inspection showed the retained populated history row.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The paths retain distinct migration responsibilities.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17DAF96-9C66-4900-8856-2569AB77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778783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3F14DF-4679-4C82-851B-D855A08C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Identity gap · changed mapped import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098CD22-5FED-4BDB-A70B-98D2213C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All observed region IDs changed on populated replacement.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Data, LOV values, greeting and document titles survived.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Stable runtime component identity remains unqualified.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No private saved-report loss was measured.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Qualify a supported fixed-offset/native configuration path next.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5AAC463E-5733-4306-B692-1C752E5C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941229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E397A6B-DF5F-405C-9A9A-2BDB1E7B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D · Retain requirement-specific admission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1F88025-5160-448C-8F00-447C14AC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Reuse the E.1 validator; native ZIP carries the declaration.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Bind source, declaration, exact bytes and observed target state.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Reject incompatible/missing/unknown declarations, altered bytes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and missing receipts before invoking native deployment.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The bridge does not establish full drift/failure fencing.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310B5B8-81F7-4764-A62B-FE72DD3D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507591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B2D2C6-5DB8-44B9-93A9-DD9A2F06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Component contracts and validation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352D998-3BD8-41E8-A9E0-300F816E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 subscription is one APEX dependency mechanism.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LOV return codes and behavior belong to the component contract.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Version labels do not infer compatibility. PBI-052 owns the mapping.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Compose utPLSQL, coverage, audits, browser checks and admission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around the same candidate identity; each addresses different risks.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9A89135-0CB7-4A14-BBEE-112DF2E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5542367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61757A0-443B-45D5-B34C-35C7D8AF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Dependency-ordered follow-up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53DD1E-5E7C-495D-B199-1834BCD9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1. Stabilize policies, identity and toolchain: 028/029/037.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2. Capture, migration authority and artifacts: 020/037/038.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3. Coordination and synchronization: 019/039/042.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4. Admission, drift, recovery, provenance: 021–024/031/045; 052.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5. Validation, pipelines and reproduction: 034/040/041/030/043/017/046/047.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6. Complex Foundation upgrades: 048–050 in E.5.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AB39BD0-D6B2-40F3-9E34-720623A9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248724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DD24736-D89A-4895-9900-924BFDA2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34A"/>
                </a:solidFill>
                <a:latin typeface="Arial"/>
                <a:ea typeface="Arial"/>
                <a:cs typeface="Arial"/>
              </a:rPr>
              <a:t>Review and decide together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6036B0C-9799-4524-B2E9-AE0B5E1D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Inspect sources and receipts; repeat selected exercises.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Assess PROJECT as an optional qualified path.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Assess Working Copies with explicit coordination policy.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Keep useful E.1 controls; avoid duplicate source/migration authority.</a:t>
            </a:r>
          </a:p>
          <a:p xmlns:a="http://schemas.openxmlformats.org/drawingml/2006/main">
            <a:pPr>
              <a:defRPr sz="2250" b="0">
                <a:solidFill>
                  <a:srgbClr val="18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34A"/>
                </a:solidFill>
                <a:latin typeface="Arial"/>
                <a:ea typeface="Arial"/>
                <a:cs typeface="Arial"/>
              </a:rPr>
              <a:t>Record feedback and the Product Owner handover decision.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384D0E6-BC68-4390-9688-7FC4EAB7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5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54358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2026-10-19T17:11:56.1840000Z</dcterms:created>
  <dcterms:modified xsi:type="dcterms:W3CDTF">2026-10-19T17:11:56.1840000Z</dcterms:modified>
</coreProperties>
</file>